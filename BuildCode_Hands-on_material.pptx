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8"/>
  </p:sldMasterIdLst>
  <p:notesMasterIdLst>
    <p:notesMasterId r:id="rId16"/>
  </p:notesMasterIdLst>
  <p:handoutMasterIdLst>
    <p:handoutMasterId r:id="rId17"/>
  </p:handoutMasterIdLst>
  <p:sldIdLst>
    <p:sldId id="2147479206" r:id="rId9"/>
    <p:sldId id="270" r:id="rId10"/>
    <p:sldId id="262" r:id="rId11"/>
    <p:sldId id="263" r:id="rId12"/>
    <p:sldId id="264" r:id="rId13"/>
    <p:sldId id="265" r:id="rId14"/>
    <p:sldId id="266" r:id="rId15"/>
  </p:sldIdLst>
  <p:sldSz cx="12195175" cy="6858000"/>
  <p:notesSz cx="6858000" cy="9144000"/>
  <p:custDataLst>
    <p:tags r:id="rId18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1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itor" initials="Editor" lastIdx="6" clrIdx="0">
    <p:extLst>
      <p:ext uri="{19B8F6BF-5375-455C-9EA6-DF929625EA0E}">
        <p15:presenceInfo xmlns:p15="http://schemas.microsoft.com/office/powerpoint/2012/main" userId="Editor" providerId="None"/>
      </p:ext>
    </p:extLst>
  </p:cmAuthor>
  <p:cmAuthor id="2" name="Maier, Jannis" initials="JM" lastIdx="3" clrIdx="1">
    <p:extLst>
      <p:ext uri="{19B8F6BF-5375-455C-9EA6-DF929625EA0E}">
        <p15:presenceInfo xmlns:p15="http://schemas.microsoft.com/office/powerpoint/2012/main" userId="S::jannis.maier@sap.com::34eee0ba-f92a-43a0-8b57-5aa75459cc25" providerId="AD"/>
      </p:ext>
    </p:extLst>
  </p:cmAuthor>
  <p:cmAuthor id="3" name="Claudia Jaster" initials="CJ" lastIdx="4" clrIdx="2">
    <p:extLst>
      <p:ext uri="{19B8F6BF-5375-455C-9EA6-DF929625EA0E}">
        <p15:presenceInfo xmlns:p15="http://schemas.microsoft.com/office/powerpoint/2012/main" userId="da740e110f0ac3a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F1FF"/>
    <a:srgbClr val="151E26"/>
    <a:srgbClr val="354A5F"/>
    <a:srgbClr val="525252"/>
    <a:srgbClr val="252423"/>
    <a:srgbClr val="545555"/>
    <a:srgbClr val="21201E"/>
    <a:srgbClr val="7682C3"/>
    <a:srgbClr val="6771B6"/>
    <a:srgbClr val="717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F73A8-DFAD-4944-A887-42164F4161D5}" v="297" dt="2026-02-11T01:13:59.398"/>
    <p1510:client id="{CDC58EF6-A9BD-637B-D093-4BBEBEB9335A}" v="130" dt="2026-02-12T01:30:57.467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3178" autoAdjust="0"/>
    <p:restoredTop sz="83924" autoAdjust="0"/>
  </p:normalViewPr>
  <p:slideViewPr>
    <p:cSldViewPr snapToGrid="0" showGuides="1">
      <p:cViewPr varScale="1">
        <p:scale>
          <a:sx n="100" d="100"/>
          <a:sy n="100" d="100"/>
        </p:scale>
        <p:origin x="184" y="304"/>
      </p:cViewPr>
      <p:guideLst>
        <p:guide pos="3841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0" d="100"/>
          <a:sy n="90" d="100"/>
        </p:scale>
        <p:origin x="2818" y="53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slide" Target="slides/slide5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customXml" Target="../customXml/item7.xml"/><Relationship Id="rId12" Type="http://schemas.openxmlformats.org/officeDocument/2006/relationships/slide" Target="slides/slide4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3.xml"/><Relationship Id="rId24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/>
              <a:pPr algn="ctr"/>
              <a:t>‹#›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/>
            </a:lvl1pPr>
          </a:lstStyle>
          <a:p>
            <a:fld id="{7D8C2C35-2B8A-446E-BEC0-FD36716C29AC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26125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35475-875E-28D1-EFBA-ACE69AB4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2A233-45E6-CA62-7A5E-0D9635E786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824842-38CC-8753-3E57-0E67E6F05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47688" y="612775"/>
            <a:ext cx="5762625" cy="3241675"/>
          </a:xfrm>
        </p:spPr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7CBBEA76-052C-E1B9-652A-61793F880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Materials</a:t>
            </a:r>
          </a:p>
          <a:p>
            <a:r>
              <a:rPr lang="en-US" altLang="ko-KR" dirty="0"/>
              <a:t>Affiliates,</a:t>
            </a:r>
            <a:r>
              <a:rPr lang="ko-KR" altLang="en-US" dirty="0"/>
              <a:t> </a:t>
            </a:r>
            <a:r>
              <a:rPr lang="en-US" altLang="ko-KR" dirty="0" err="1"/>
              <a:t>Subsidaries</a:t>
            </a:r>
            <a:endParaRPr lang="en-US" altLang="ko-KR" dirty="0"/>
          </a:p>
          <a:p>
            <a:pPr marL="0" marR="0" lvl="0" indent="0" algn="l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"Hyundai sells its vehicles indirectly through dealerships."</a:t>
            </a:r>
          </a:p>
          <a:p>
            <a:r>
              <a:rPr lang="en-US" dirty="0"/>
              <a:t>"</a:t>
            </a:r>
            <a:r>
              <a:rPr lang="en-US" dirty="0" err="1"/>
              <a:t>SingleX</a:t>
            </a:r>
            <a:r>
              <a:rPr lang="en-US" dirty="0"/>
              <a:t> is a package solution that offers LG Group's core business processes as a SaaS."</a:t>
            </a:r>
          </a:p>
        </p:txBody>
      </p:sp>
    </p:spTree>
    <p:extLst>
      <p:ext uri="{BB962C8B-B14F-4D97-AF65-F5344CB8AC3E}">
        <p14:creationId xmlns:p14="http://schemas.microsoft.com/office/powerpoint/2010/main" val="1322711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serviceurls</a:t>
            </a:r>
            <a:r>
              <a:rPr lang="en-US" dirty="0"/>
              <a:t>": {</a:t>
            </a:r>
          </a:p>
          <a:p>
            <a:r>
              <a:rPr lang="en-US" dirty="0"/>
              <a:t>    "AI_API_URL": "https://api.ai.prod.ap-northeast-1.aws.ml.hana.ondemand.com"</a:t>
            </a:r>
          </a:p>
          <a:p>
            <a:r>
              <a:rPr lang="en-US" dirty="0"/>
              <a:t>  },</a:t>
            </a:r>
          </a:p>
          <a:p>
            <a:r>
              <a:rPr lang="en-US" dirty="0"/>
              <a:t>  "</a:t>
            </a:r>
            <a:r>
              <a:rPr lang="en-US" dirty="0" err="1"/>
              <a:t>appname</a:t>
            </a:r>
            <a:r>
              <a:rPr lang="en-US" dirty="0"/>
              <a:t>": "af42dbc7-3843-4652-afcb-3249c8876842!b17890|aicore!b44",</a:t>
            </a:r>
          </a:p>
          <a:p>
            <a:r>
              <a:rPr lang="en-US" dirty="0"/>
              <a:t>  "</a:t>
            </a:r>
            <a:r>
              <a:rPr lang="en-US" dirty="0" err="1"/>
              <a:t>clientid</a:t>
            </a:r>
            <a:r>
              <a:rPr lang="en-US" dirty="0"/>
              <a:t>": "sb-af42dbc7-3843-4652-afcb-3249c8876842!b17890|aicore!b44",</a:t>
            </a:r>
          </a:p>
          <a:p>
            <a:r>
              <a:rPr lang="en-US" dirty="0"/>
              <a:t>  "</a:t>
            </a:r>
            <a:r>
              <a:rPr lang="en-US" dirty="0" err="1"/>
              <a:t>clientsecret</a:t>
            </a:r>
            <a:r>
              <a:rPr lang="en-US" dirty="0"/>
              <a:t>": "8f2a8f57-29c9-4115-b6e6-cc33bd97b918$KDOASGF7HoZd-_9oE2_iRrSZKuhSGS10f7RRlf-SYqY=",</a:t>
            </a:r>
          </a:p>
          <a:p>
            <a:r>
              <a:rPr lang="en-US" dirty="0"/>
              <a:t>  "</a:t>
            </a:r>
            <a:r>
              <a:rPr lang="en-US" dirty="0" err="1"/>
              <a:t>identityzone</a:t>
            </a:r>
            <a:r>
              <a:rPr lang="en-US" dirty="0"/>
              <a:t>": "zpqz5tz18rd97rty",</a:t>
            </a:r>
          </a:p>
          <a:p>
            <a:r>
              <a:rPr lang="en-US" dirty="0"/>
              <a:t>  "</a:t>
            </a:r>
            <a:r>
              <a:rPr lang="en-US" dirty="0" err="1"/>
              <a:t>identityzoneid</a:t>
            </a:r>
            <a:r>
              <a:rPr lang="en-US" dirty="0"/>
              <a:t>": "104f9e72-b393-46b2-b0f6-4d424c8bfbf9",</a:t>
            </a:r>
          </a:p>
          <a:p>
            <a:r>
              <a:rPr lang="en-US" dirty="0"/>
              <a:t>  "</a:t>
            </a:r>
            <a:r>
              <a:rPr lang="en-US" dirty="0" err="1"/>
              <a:t>url</a:t>
            </a:r>
            <a:r>
              <a:rPr lang="en-US" dirty="0"/>
              <a:t>": "https://zpqz5tz18rd97rty.authentication.jp10.hana.ondemand.com",</a:t>
            </a:r>
          </a:p>
          <a:p>
            <a:r>
              <a:rPr lang="en-US" dirty="0"/>
              <a:t>  "credential-type": "binding-secret"</a:t>
            </a:r>
          </a:p>
          <a:p>
            <a:r>
              <a:rPr lang="en-US" dirty="0"/>
              <a:t>}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4981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</a:t>
            </a:r>
          </a:p>
          <a:p>
            <a:r>
              <a:rPr lang="en-US" dirty="0"/>
              <a:t>  "</a:t>
            </a:r>
            <a:r>
              <a:rPr lang="en-US" dirty="0" err="1"/>
              <a:t>serviceurls</a:t>
            </a:r>
            <a:r>
              <a:rPr lang="en-US" dirty="0"/>
              <a:t>": {</a:t>
            </a:r>
          </a:p>
          <a:p>
            <a:r>
              <a:rPr lang="en-US" dirty="0"/>
              <a:t>    "AI_API_URL": "https://api.ai.prod.ap-northeast-1.aws.ml.hana.ondemand.com"</a:t>
            </a:r>
          </a:p>
          <a:p>
            <a:r>
              <a:rPr lang="en-US" dirty="0"/>
              <a:t>  },</a:t>
            </a:r>
          </a:p>
          <a:p>
            <a:r>
              <a:rPr lang="en-US" dirty="0"/>
              <a:t>  "</a:t>
            </a:r>
            <a:r>
              <a:rPr lang="en-US" dirty="0" err="1"/>
              <a:t>appname</a:t>
            </a:r>
            <a:r>
              <a:rPr lang="en-US" dirty="0"/>
              <a:t>": "af42dbc7-3843-4652-afcb-3249c8876842!b17890|aicore!b44",</a:t>
            </a:r>
          </a:p>
          <a:p>
            <a:r>
              <a:rPr lang="en-US" dirty="0"/>
              <a:t>  "</a:t>
            </a:r>
            <a:r>
              <a:rPr lang="en-US" dirty="0" err="1"/>
              <a:t>clientid</a:t>
            </a:r>
            <a:r>
              <a:rPr lang="en-US" dirty="0"/>
              <a:t>": "sb-af42dbc7-3843-4652-afcb-3249c8876842!b17890|aicore!b44",</a:t>
            </a:r>
          </a:p>
          <a:p>
            <a:r>
              <a:rPr lang="en-US" dirty="0"/>
              <a:t>  "</a:t>
            </a:r>
            <a:r>
              <a:rPr lang="en-US" dirty="0" err="1"/>
              <a:t>clientsecret</a:t>
            </a:r>
            <a:r>
              <a:rPr lang="en-US" dirty="0"/>
              <a:t>": "8f2a8f57-29c9-4115-b6e6-cc33bd97b918$KDOASGF7HoZd-_9oE2_iRrSZKuhSGS10f7RRlf-SYqY=",</a:t>
            </a:r>
          </a:p>
          <a:p>
            <a:r>
              <a:rPr lang="en-US" dirty="0"/>
              <a:t>  "</a:t>
            </a:r>
            <a:r>
              <a:rPr lang="en-US" dirty="0" err="1"/>
              <a:t>identityzone</a:t>
            </a:r>
            <a:r>
              <a:rPr lang="en-US" dirty="0"/>
              <a:t>": "zpqz5tz18rd97rty",</a:t>
            </a:r>
          </a:p>
          <a:p>
            <a:r>
              <a:rPr lang="en-US" dirty="0"/>
              <a:t>  "</a:t>
            </a:r>
            <a:r>
              <a:rPr lang="en-US" dirty="0" err="1"/>
              <a:t>identityzoneid</a:t>
            </a:r>
            <a:r>
              <a:rPr lang="en-US" dirty="0"/>
              <a:t>": "104f9e72-b393-46b2-b0f6-4d424c8bfbf9",</a:t>
            </a:r>
          </a:p>
          <a:p>
            <a:r>
              <a:rPr lang="en-US" dirty="0"/>
              <a:t>  "</a:t>
            </a:r>
            <a:r>
              <a:rPr lang="en-US" dirty="0" err="1"/>
              <a:t>url</a:t>
            </a:r>
            <a:r>
              <a:rPr lang="en-US" dirty="0"/>
              <a:t>": "https://zpqz5tz18rd97rty.authentication.jp10.hana.ondemand.com",</a:t>
            </a:r>
          </a:p>
          <a:p>
            <a:r>
              <a:rPr lang="en-US" dirty="0"/>
              <a:t>  "credential-type": "binding-secret"</a:t>
            </a:r>
          </a:p>
          <a:p>
            <a:r>
              <a:rPr lang="en-US" dirty="0"/>
              <a:t>}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9812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8C2C35-2B8A-446E-BEC0-FD36716C29AC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9379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with anvil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D32D2A-E2F7-EA9D-8CB4-F270F09B15E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56173" y="0"/>
            <a:ext cx="5039001" cy="6858000"/>
          </a:xfrm>
        </p:spPr>
        <p:txBody>
          <a:bodyPr anchor="ctr" anchorCtr="0"/>
          <a:lstStyle>
            <a:lvl1pPr algn="ctr">
              <a:defRPr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A0D58351-7331-A48C-A343-895ED628F5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9129" y="1004446"/>
            <a:ext cx="6259235" cy="307319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8000" y="2706317"/>
            <a:ext cx="6633305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600" b="1" i="0">
                <a:latin typeface="Malgun Gothic" panose="020B0503020000020004" pitchFamily="34" charset="-127"/>
                <a:ea typeface="Malgun Gothic" panose="020B0503020000020004" pitchFamily="34" charset="-127"/>
                <a:cs typeface="72" panose="020B0503030000000003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600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2" name="LogoWhite-Dynamic" descr="{&quot;templafy&quot;:{&quot;id&quot;:&quot;9948d4de-0962-4f06-bade-c5193c8823ea&quot;}}">
            <a:extLst>
              <a:ext uri="{FF2B5EF4-FFF2-40B4-BE49-F238E27FC236}">
                <a16:creationId xmlns:a16="http://schemas.microsoft.com/office/drawing/2014/main" id="{A73E771B-B113-035D-F921-846836128F7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6" y="360000"/>
            <a:ext cx="727192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9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11185200" cy="4716000"/>
          </a:xfrm>
        </p:spPr>
        <p:txBody>
          <a:bodyPr>
            <a:normAutofit/>
          </a:bodyPr>
          <a:lstStyle>
            <a:lvl1pPr marL="0" marR="0" indent="0" algn="l" defTabSz="1088558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2000" b="0"/>
            </a:lvl1pPr>
            <a:lvl2pPr marL="179964" marR="0" indent="-179964" algn="l" defTabSz="108855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 sz="1800"/>
            </a:lvl2pPr>
            <a:lvl3pPr marL="359928" marR="0" indent="-179352" algn="l" defTabSz="1088558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800" baseline="0"/>
            </a:lvl3pPr>
            <a:lvl4pPr marL="539892" marR="0" indent="-179964" algn="l" defTabSz="1088558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59360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1020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6" userDrawn="1">
          <p15:clr>
            <a:srgbClr val="FBAE40"/>
          </p15:clr>
        </p15:guide>
        <p15:guide id="5" orient="horz" pos="551" userDrawn="1">
          <p15:clr>
            <a:srgbClr val="FBAE40"/>
          </p15:clr>
        </p15:guide>
        <p15:guide id="6" orient="horz" pos="39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74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551" userDrawn="1">
          <p15:clr>
            <a:srgbClr val="FBAE40"/>
          </p15:clr>
        </p15:guide>
        <p15:guide id="5" orient="horz" pos="399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999" y="1620000"/>
            <a:ext cx="11186477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332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orient="horz" pos="318" userDrawn="1">
          <p15:clr>
            <a:srgbClr val="FBAE40"/>
          </p15:clr>
        </p15:guide>
        <p15:guide id="5" orient="horz" pos="552" userDrawn="1">
          <p15:clr>
            <a:srgbClr val="FBAE40"/>
          </p15:clr>
        </p15:guide>
        <p15:guide id="6" orient="horz" pos="10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2477" y="1620000"/>
            <a:ext cx="5328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5328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481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7364" userDrawn="1">
          <p15:clr>
            <a:srgbClr val="FBAE40"/>
          </p15:clr>
        </p15:guide>
        <p15:guide id="4" pos="3674" userDrawn="1">
          <p15:clr>
            <a:srgbClr val="FBAE40"/>
          </p15:clr>
        </p15:guide>
        <p15:guide id="5" pos="4007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10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6477" y="1620000"/>
            <a:ext cx="3564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5238" y="1620000"/>
            <a:ext cx="3564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3564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416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563" userDrawn="1">
          <p15:clr>
            <a:srgbClr val="FBAE40"/>
          </p15:clr>
        </p15:guide>
        <p15:guide id="4" pos="2717" userDrawn="1">
          <p15:clr>
            <a:srgbClr val="FBAE40"/>
          </p15:clr>
        </p15:guide>
        <p15:guide id="5" pos="4964" userDrawn="1">
          <p15:clr>
            <a:srgbClr val="FBAE40"/>
          </p15:clr>
        </p15:guide>
        <p15:guide id="6" pos="5119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1020" userDrawn="1">
          <p15:clr>
            <a:srgbClr val="FBAE40"/>
          </p15:clr>
        </p15:guide>
        <p15:guide id="10" orient="horz" pos="399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2477" y="4770000"/>
            <a:ext cx="5328000" cy="156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2477" y="1620000"/>
            <a:ext cx="5328000" cy="2631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770000"/>
            <a:ext cx="5328000" cy="156600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620000"/>
            <a:ext cx="5328000" cy="2631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94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1020" userDrawn="1">
          <p15:clr>
            <a:srgbClr val="FBAE40"/>
          </p15:clr>
        </p15:guide>
        <p15:guide id="5" orient="horz" pos="2678" userDrawn="1">
          <p15:clr>
            <a:srgbClr val="FBAE40"/>
          </p15:clr>
        </p15:guide>
        <p15:guide id="6" orient="horz" pos="3004" userDrawn="1">
          <p15:clr>
            <a:srgbClr val="FBAE40"/>
          </p15:clr>
        </p15:guide>
        <p15:guide id="7" orient="horz" pos="3991" userDrawn="1">
          <p15:clr>
            <a:srgbClr val="FBAE40"/>
          </p15:clr>
        </p15:guide>
        <p15:guide id="8" pos="3682" userDrawn="1">
          <p15:clr>
            <a:srgbClr val="FBAE40"/>
          </p15:clr>
        </p15:guide>
        <p15:guide id="9" pos="4000" userDrawn="1">
          <p15:clr>
            <a:srgbClr val="FBAE40"/>
          </p15:clr>
        </p15:guide>
        <p15:guide id="10" pos="73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9277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9277" y="1620000"/>
            <a:ext cx="3391200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1639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1639" y="1620000"/>
            <a:ext cx="3391200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4354921"/>
            <a:ext cx="3391200" cy="1981079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620000"/>
            <a:ext cx="3391200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667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455" userDrawn="1">
          <p15:clr>
            <a:srgbClr val="FBAE40"/>
          </p15:clr>
        </p15:guide>
        <p15:guide id="4" pos="2773" userDrawn="1">
          <p15:clr>
            <a:srgbClr val="FBAE40"/>
          </p15:clr>
        </p15:guide>
        <p15:guide id="5" pos="4910" userDrawn="1">
          <p15:clr>
            <a:srgbClr val="FBAE40"/>
          </p15:clr>
        </p15:guide>
        <p15:guide id="6" pos="5227" userDrawn="1">
          <p15:clr>
            <a:srgbClr val="FBAE40"/>
          </p15:clr>
        </p15:guide>
        <p15:guide id="7" pos="7364" userDrawn="1">
          <p15:clr>
            <a:srgbClr val="FBAE40"/>
          </p15:clr>
        </p15:guide>
        <p15:guide id="8" orient="horz" pos="551" userDrawn="1">
          <p15:clr>
            <a:srgbClr val="FBAE40"/>
          </p15:clr>
        </p15:guide>
        <p15:guide id="9" orient="horz" pos="1020" userDrawn="1">
          <p15:clr>
            <a:srgbClr val="FBAE40"/>
          </p15:clr>
        </p15:guide>
        <p15:guide id="10" orient="horz" pos="2428" userDrawn="1">
          <p15:clr>
            <a:srgbClr val="FBAE40"/>
          </p15:clr>
        </p15:guide>
        <p15:guide id="11" orient="horz" pos="2743" userDrawn="1">
          <p15:clr>
            <a:srgbClr val="FBAE40"/>
          </p15:clr>
        </p15:guide>
        <p15:guide id="12" orient="horz" pos="399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4877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4877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51252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51252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7626" y="3878221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7626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3878220"/>
            <a:ext cx="2415600" cy="2457780"/>
          </a:xfrm>
        </p:spPr>
        <p:txBody>
          <a:bodyPr/>
          <a:lstStyle>
            <a:lvl1pPr>
              <a:spcBef>
                <a:spcPts val="600"/>
              </a:spcBef>
              <a:defRPr sz="1800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4000" y="1620000"/>
            <a:ext cx="2415600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94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1021" userDrawn="1">
          <p15:clr>
            <a:srgbClr val="FBAE40"/>
          </p15:clr>
        </p15:guide>
        <p15:guide id="5" orient="horz" pos="2110" userDrawn="1">
          <p15:clr>
            <a:srgbClr val="FBAE40"/>
          </p15:clr>
        </p15:guide>
        <p15:guide id="6" orient="horz" pos="2442" userDrawn="1">
          <p15:clr>
            <a:srgbClr val="FBAE40"/>
          </p15:clr>
        </p15:guide>
        <p15:guide id="7" orient="horz" pos="3990" userDrawn="1">
          <p15:clr>
            <a:srgbClr val="FBAE40"/>
          </p15:clr>
        </p15:guide>
        <p15:guide id="8" pos="1840" userDrawn="1">
          <p15:clr>
            <a:srgbClr val="FBAE40"/>
          </p15:clr>
        </p15:guide>
        <p15:guide id="9" pos="2159" userDrawn="1">
          <p15:clr>
            <a:srgbClr val="FBAE40"/>
          </p15:clr>
        </p15:guide>
        <p15:guide id="10" pos="3683" userDrawn="1">
          <p15:clr>
            <a:srgbClr val="FBAE40"/>
          </p15:clr>
        </p15:guide>
        <p15:guide id="11" pos="4000" userDrawn="1">
          <p15:clr>
            <a:srgbClr val="FBAE40"/>
          </p15:clr>
        </p15:guide>
        <p15:guide id="12" pos="5525" userDrawn="1">
          <p15:clr>
            <a:srgbClr val="FBAE40"/>
          </p15:clr>
        </p15:guide>
        <p15:guide id="13" pos="5842" userDrawn="1">
          <p15:clr>
            <a:srgbClr val="FBAE40"/>
          </p15:clr>
        </p15:guide>
        <p15:guide id="14" pos="736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800000"/>
            <a:ext cx="11185200" cy="3285032"/>
          </a:xfrm>
        </p:spPr>
        <p:txBody>
          <a:bodyPr/>
          <a:lstStyle>
            <a:lvl1pPr marL="395921" indent="-395921">
              <a:lnSpc>
                <a:spcPct val="90000"/>
              </a:lnSpc>
              <a:spcBef>
                <a:spcPts val="600"/>
              </a:spcBef>
              <a:defRPr sz="5999" b="1"/>
            </a:lvl1pPr>
            <a:lvl2pPr marL="395921" indent="0">
              <a:buNone/>
              <a:defRPr sz="1600"/>
            </a:lvl2pPr>
          </a:lstStyle>
          <a:p>
            <a:pPr lvl="0"/>
            <a:r>
              <a:rPr lang="en-US" noProof="0" dirty="0"/>
              <a:t>“Quote goes here </a:t>
            </a:r>
            <a:br>
              <a:rPr lang="en-US" noProof="0" dirty="0"/>
            </a:br>
            <a:r>
              <a:rPr lang="en-US" noProof="0" dirty="0"/>
              <a:t>and here.”</a:t>
            </a:r>
          </a:p>
          <a:p>
            <a:pPr lvl="1"/>
            <a:r>
              <a:rPr lang="en-US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32785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4" orient="horz" pos="1133" userDrawn="1">
          <p15:clr>
            <a:srgbClr val="FBAE40"/>
          </p15:clr>
        </p15:guide>
        <p15:guide id="5" orient="horz" pos="3204" userDrawn="1">
          <p15:clr>
            <a:srgbClr val="FBAE40"/>
          </p15:clr>
        </p15:guide>
        <p15:guide id="6" pos="736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7175" y="0"/>
            <a:ext cx="4068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999" y="1620000"/>
            <a:ext cx="7092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7092000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991" userDrawn="1">
          <p15:clr>
            <a:srgbClr val="FBAE40"/>
          </p15:clr>
        </p15:guide>
        <p15:guide id="3" pos="4786" userDrawn="1">
          <p15:clr>
            <a:srgbClr val="FBAE40"/>
          </p15:clr>
        </p15:guide>
        <p15:guide id="4" pos="5119" userDrawn="1">
          <p15:clr>
            <a:srgbClr val="FBAE40"/>
          </p15:clr>
        </p15:guide>
        <p15:guide id="5" orient="horz" pos="317" userDrawn="1">
          <p15:clr>
            <a:srgbClr val="FBAE40"/>
          </p15:clr>
        </p15:guide>
        <p15:guide id="6" orient="horz" pos="551" userDrawn="1">
          <p15:clr>
            <a:srgbClr val="FBAE40"/>
          </p15:clr>
        </p15:guide>
        <p15:guide id="7" orient="horz" pos="10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5175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791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2477" y="1620000"/>
            <a:ext cx="5328000" cy="4716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" panose="020B0503030000000003" pitchFamily="34" charset="0"/>
                <a:ea typeface="+mn-ea"/>
                <a:cs typeface="72" panose="020B0503030000000003" pitchFamily="34" charset="0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4000" y="1620000"/>
            <a:ext cx="5328000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4001" y="504000"/>
            <a:ext cx="11186476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227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1020" userDrawn="1">
          <p15:clr>
            <a:srgbClr val="FBAE40"/>
          </p15:clr>
        </p15:guide>
        <p15:guide id="3" pos="367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7364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551" userDrawn="1">
          <p15:clr>
            <a:srgbClr val="FBAE40"/>
          </p15:clr>
        </p15:guide>
        <p15:guide id="8" orient="horz" pos="399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620000"/>
            <a:ext cx="11185200" cy="4716000"/>
          </a:xfrm>
          <a:noFill/>
        </p:spPr>
        <p:txBody>
          <a:bodyPr tIns="1368000"/>
          <a:lstStyle>
            <a:lvl1pPr algn="ctr">
              <a:defRPr sz="1400" b="0" i="0">
                <a:latin typeface="72" panose="020B0503030000000003" pitchFamily="34" charset="0"/>
                <a:cs typeface="72" panose="020B0503030000000003" pitchFamily="34" charset="0"/>
              </a:defRPr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98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orient="horz" pos="551" userDrawn="1">
          <p15:clr>
            <a:srgbClr val="FBAE40"/>
          </p15:clr>
        </p15:guide>
        <p15:guide id="4" orient="horz" pos="1020" userDrawn="1">
          <p15:clr>
            <a:srgbClr val="FBAE40"/>
          </p15:clr>
        </p15:guide>
        <p15:guide id="5" orient="horz" pos="3991" userDrawn="1">
          <p15:clr>
            <a:srgbClr val="FBAE40"/>
          </p15:clr>
        </p15:guide>
        <p15:guide id="6" pos="736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218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726516" name="Acquired Company Logo Placeholder" descr="{&quot;templafy&quot;:{&quot;id&quot;:&quot;9a6a16cc-93ce-40af-b205-2222431a4776&quot;}}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" y="522453"/>
            <a:ext cx="4125924" cy="266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0A85BB-C3EE-A043-27ED-867A9B42262F}"/>
              </a:ext>
            </a:extLst>
          </p:cNvPr>
          <p:cNvSpPr txBox="1"/>
          <p:nvPr userDrawn="1"/>
        </p:nvSpPr>
        <p:spPr>
          <a:xfrm>
            <a:off x="503238" y="2905125"/>
            <a:ext cx="191841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77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Contact information:</a:t>
            </a:r>
          </a:p>
        </p:txBody>
      </p:sp>
      <p:sp>
        <p:nvSpPr>
          <p:cNvPr id="6" name="Copyright Placeholder" descr="{&quot;templafy&quot;:{&quot;id&quot;:&quot;eeca7f9f-6e95-49f7-94f7-79632ac3c6c6&quot;}}">
            <a:extLst>
              <a:ext uri="{FF2B5EF4-FFF2-40B4-BE49-F238E27FC236}">
                <a16:creationId xmlns:a16="http://schemas.microsoft.com/office/drawing/2014/main" id="{13DAF16C-5CB3-8008-7852-748B371E715C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© 2024 SAP SE or an SAP affiliate company. All rights reserved. See Legal Notice on www.sap.com/legal-notice for use terms, disclaimers, disclosures, or restrictions related to this material.</a:t>
            </a:r>
          </a:p>
        </p:txBody>
      </p:sp>
      <p:pic>
        <p:nvPicPr>
          <p:cNvPr id="7" name="SAP Logo Placeholder" descr="{&quot;templafy&quot;:{&quot;id&quot;:&quot;87dada4d-1b24-41c8-b43d-f1ef7b0e0370&quot;}}">
            <a:extLst>
              <a:ext uri="{FF2B5EF4-FFF2-40B4-BE49-F238E27FC236}">
                <a16:creationId xmlns:a16="http://schemas.microsoft.com/office/drawing/2014/main" id="{496BFF83-49D9-F967-FFCE-0905F49781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09760" y="5797296"/>
            <a:ext cx="2212852" cy="536449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9E26E3DC-C503-37AD-F58A-3E3BDCC4F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238" y="1466850"/>
            <a:ext cx="5413477" cy="846386"/>
          </a:xfrm>
        </p:spPr>
        <p:txBody>
          <a:bodyPr/>
          <a:lstStyle>
            <a:lvl1pPr>
              <a:defRPr sz="5500"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en-GB" dirty="0"/>
              <a:t>Thank you.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090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7364" userDrawn="1">
          <p15:clr>
            <a:srgbClr val="FBAE40"/>
          </p15:clr>
        </p15:guide>
        <p15:guide id="2" orient="horz" pos="924" userDrawn="1">
          <p15:clr>
            <a:srgbClr val="FBAE40"/>
          </p15:clr>
        </p15:guide>
        <p15:guide id="4" orient="horz" pos="1830" userDrawn="1">
          <p15:clr>
            <a:srgbClr val="FBAE40"/>
          </p15:clr>
        </p15:guide>
        <p15:guide id="5" orient="horz" pos="4000" userDrawn="1">
          <p15:clr>
            <a:srgbClr val="FBAE40"/>
          </p15:clr>
        </p15:guide>
        <p15:guide id="6" pos="317" userDrawn="1">
          <p15:clr>
            <a:srgbClr val="FBAE40"/>
          </p15:clr>
        </p15:guide>
        <p15:guide id="8" pos="3841" userDrawn="1">
          <p15:clr>
            <a:srgbClr val="FBAE40"/>
          </p15:clr>
        </p15:guide>
        <p15:guide id="9" orient="horz" pos="31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w/Ms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B2CF53-F0AD-4E3B-96DE-610AC1221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899" y="339972"/>
            <a:ext cx="11271378" cy="369012"/>
          </a:xfrm>
        </p:spPr>
        <p:txBody>
          <a:bodyPr/>
          <a:lstStyle/>
          <a:p>
            <a:r>
              <a:rPr kumimoji="1" lang="en-US" altLang="ja-JP" dirty="0"/>
              <a:t>Title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3CCF3D-4A3A-4B03-A212-602BB76349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1899" y="1549610"/>
            <a:ext cx="11271378" cy="1674305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kumimoji="1" lang="en-US" altLang="ja-JP" dirty="0"/>
              <a:t>First Level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Second Level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Third Level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Fourth Level</a:t>
            </a:r>
            <a:endParaRPr kumimoji="1" lang="ja-JP" altLang="en-US" dirty="0"/>
          </a:p>
          <a:p>
            <a:pPr lvl="4"/>
            <a:r>
              <a:rPr kumimoji="1" lang="en-US" altLang="ja-JP" dirty="0"/>
              <a:t>Fifth Level</a:t>
            </a:r>
            <a:endParaRPr kumimoji="1" lang="ja-JP" altLang="en-US" dirty="0"/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5D691D94-F803-4B93-966F-3D8520DC6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1899" y="6518029"/>
            <a:ext cx="4114800" cy="20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 sz="800" dirty="0">
                <a:solidFill>
                  <a:schemeClr val="tx1"/>
                </a:solidFill>
              </a:rPr>
              <a:t>2021 SAP SE or an SAP affiliate company. All rights reserved.  </a:t>
            </a:r>
            <a:r>
              <a:rPr lang="en-US" altLang="ja-JP" sz="800" kern="0" dirty="0">
                <a:solidFill>
                  <a:schemeClr val="tx1"/>
                </a:solidFill>
                <a:ea typeface="Arial Unicode MS"/>
                <a:cs typeface="Arial Unicode MS" pitchFamily="34" charset="-128"/>
                <a:sym typeface="Arial"/>
              </a:rPr>
              <a:t>ǀ   INTERNAL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52B9EF7-1F00-4E25-BE73-2C1F31990F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899" y="962612"/>
            <a:ext cx="11271378" cy="3693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kumimoji="1" lang="en-US" altLang="ja-JP" dirty="0"/>
              <a:t>Message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596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133" y="6457950"/>
            <a:ext cx="143587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075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133" y="6457950"/>
            <a:ext cx="143587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435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517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2133" y="6457950"/>
            <a:ext cx="143587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355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4000" y="505380"/>
            <a:ext cx="5211000" cy="409019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4000" y="1548000"/>
            <a:ext cx="6212683" cy="4787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Item/Divider Headline</a:t>
            </a:r>
          </a:p>
          <a:p>
            <a:pPr lvl="1"/>
            <a:r>
              <a:rPr lang="en-US"/>
              <a:t>Details</a:t>
            </a:r>
          </a:p>
        </p:txBody>
      </p:sp>
      <p:sp>
        <p:nvSpPr>
          <p:cNvPr id="11" name="Picture Placeholder 1/3 right">
            <a:extLst>
              <a:ext uri="{FF2B5EF4-FFF2-40B4-BE49-F238E27FC236}">
                <a16:creationId xmlns:a16="http://schemas.microsoft.com/office/drawing/2014/main" id="{DBDDA8C9-7B43-6F20-0BFB-64A2FA0DFDA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7364186" y="0"/>
            <a:ext cx="4830989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558" rtl="0" eaLnBrk="1" latinLnBrk="0" hangingPunct="1">
              <a:spcBef>
                <a:spcPts val="1929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4283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1">
          <p15:clr>
            <a:srgbClr val="FBAE40"/>
          </p15:clr>
        </p15:guide>
        <p15:guide id="2" orient="horz" pos="970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96.xml"/><Relationship Id="rId21" Type="http://schemas.openxmlformats.org/officeDocument/2006/relationships/slideLayout" Target="../slideLayouts/slideLayout21.xml"/><Relationship Id="rId42" Type="http://schemas.openxmlformats.org/officeDocument/2006/relationships/tags" Target="../tags/tag21.xml"/><Relationship Id="rId63" Type="http://schemas.openxmlformats.org/officeDocument/2006/relationships/tags" Target="../tags/tag42.xml"/><Relationship Id="rId84" Type="http://schemas.openxmlformats.org/officeDocument/2006/relationships/tags" Target="../tags/tag63.xml"/><Relationship Id="rId138" Type="http://schemas.openxmlformats.org/officeDocument/2006/relationships/tags" Target="../tags/tag117.xml"/><Relationship Id="rId107" Type="http://schemas.openxmlformats.org/officeDocument/2006/relationships/tags" Target="../tags/tag86.xml"/><Relationship Id="rId11" Type="http://schemas.openxmlformats.org/officeDocument/2006/relationships/slideLayout" Target="../slideLayouts/slideLayout11.xml"/><Relationship Id="rId32" Type="http://schemas.openxmlformats.org/officeDocument/2006/relationships/tags" Target="../tags/tag11.xml"/><Relationship Id="rId53" Type="http://schemas.openxmlformats.org/officeDocument/2006/relationships/tags" Target="../tags/tag32.xml"/><Relationship Id="rId74" Type="http://schemas.openxmlformats.org/officeDocument/2006/relationships/tags" Target="../tags/tag53.xml"/><Relationship Id="rId128" Type="http://schemas.openxmlformats.org/officeDocument/2006/relationships/tags" Target="../tags/tag107.xml"/><Relationship Id="rId5" Type="http://schemas.openxmlformats.org/officeDocument/2006/relationships/slideLayout" Target="../slideLayouts/slideLayout5.xml"/><Relationship Id="rId90" Type="http://schemas.openxmlformats.org/officeDocument/2006/relationships/tags" Target="../tags/tag69.xml"/><Relationship Id="rId95" Type="http://schemas.openxmlformats.org/officeDocument/2006/relationships/tags" Target="../tags/tag74.xml"/><Relationship Id="rId22" Type="http://schemas.openxmlformats.org/officeDocument/2006/relationships/theme" Target="../theme/theme1.xml"/><Relationship Id="rId27" Type="http://schemas.openxmlformats.org/officeDocument/2006/relationships/tags" Target="../tags/tag6.xml"/><Relationship Id="rId43" Type="http://schemas.openxmlformats.org/officeDocument/2006/relationships/tags" Target="../tags/tag22.xml"/><Relationship Id="rId48" Type="http://schemas.openxmlformats.org/officeDocument/2006/relationships/tags" Target="../tags/tag27.xml"/><Relationship Id="rId64" Type="http://schemas.openxmlformats.org/officeDocument/2006/relationships/tags" Target="../tags/tag43.xml"/><Relationship Id="rId69" Type="http://schemas.openxmlformats.org/officeDocument/2006/relationships/tags" Target="../tags/tag48.xml"/><Relationship Id="rId113" Type="http://schemas.openxmlformats.org/officeDocument/2006/relationships/tags" Target="../tags/tag92.xml"/><Relationship Id="rId118" Type="http://schemas.openxmlformats.org/officeDocument/2006/relationships/tags" Target="../tags/tag97.xml"/><Relationship Id="rId134" Type="http://schemas.openxmlformats.org/officeDocument/2006/relationships/tags" Target="../tags/tag113.xml"/><Relationship Id="rId139" Type="http://schemas.openxmlformats.org/officeDocument/2006/relationships/tags" Target="../tags/tag118.xml"/><Relationship Id="rId80" Type="http://schemas.openxmlformats.org/officeDocument/2006/relationships/tags" Target="../tags/tag59.xml"/><Relationship Id="rId85" Type="http://schemas.openxmlformats.org/officeDocument/2006/relationships/tags" Target="../tags/tag64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tags" Target="../tags/tag12.xml"/><Relationship Id="rId38" Type="http://schemas.openxmlformats.org/officeDocument/2006/relationships/tags" Target="../tags/tag17.xml"/><Relationship Id="rId59" Type="http://schemas.openxmlformats.org/officeDocument/2006/relationships/tags" Target="../tags/tag38.xml"/><Relationship Id="rId103" Type="http://schemas.openxmlformats.org/officeDocument/2006/relationships/tags" Target="../tags/tag82.xml"/><Relationship Id="rId108" Type="http://schemas.openxmlformats.org/officeDocument/2006/relationships/tags" Target="../tags/tag87.xml"/><Relationship Id="rId124" Type="http://schemas.openxmlformats.org/officeDocument/2006/relationships/tags" Target="../tags/tag103.xml"/><Relationship Id="rId129" Type="http://schemas.openxmlformats.org/officeDocument/2006/relationships/tags" Target="../tags/tag108.xml"/><Relationship Id="rId54" Type="http://schemas.openxmlformats.org/officeDocument/2006/relationships/tags" Target="../tags/tag33.xml"/><Relationship Id="rId70" Type="http://schemas.openxmlformats.org/officeDocument/2006/relationships/tags" Target="../tags/tag49.xml"/><Relationship Id="rId75" Type="http://schemas.openxmlformats.org/officeDocument/2006/relationships/tags" Target="../tags/tag54.xml"/><Relationship Id="rId91" Type="http://schemas.openxmlformats.org/officeDocument/2006/relationships/tags" Target="../tags/tag70.xml"/><Relationship Id="rId96" Type="http://schemas.openxmlformats.org/officeDocument/2006/relationships/tags" Target="../tags/tag75.xml"/><Relationship Id="rId140" Type="http://schemas.openxmlformats.org/officeDocument/2006/relationships/tags" Target="../tags/tag119.xml"/><Relationship Id="rId145" Type="http://schemas.openxmlformats.org/officeDocument/2006/relationships/tags" Target="../tags/tag12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tags" Target="../tags/tag2.xml"/><Relationship Id="rId28" Type="http://schemas.openxmlformats.org/officeDocument/2006/relationships/tags" Target="../tags/tag7.xml"/><Relationship Id="rId49" Type="http://schemas.openxmlformats.org/officeDocument/2006/relationships/tags" Target="../tags/tag28.xml"/><Relationship Id="rId114" Type="http://schemas.openxmlformats.org/officeDocument/2006/relationships/tags" Target="../tags/tag93.xml"/><Relationship Id="rId119" Type="http://schemas.openxmlformats.org/officeDocument/2006/relationships/tags" Target="../tags/tag98.xml"/><Relationship Id="rId44" Type="http://schemas.openxmlformats.org/officeDocument/2006/relationships/tags" Target="../tags/tag23.xml"/><Relationship Id="rId60" Type="http://schemas.openxmlformats.org/officeDocument/2006/relationships/tags" Target="../tags/tag39.xml"/><Relationship Id="rId65" Type="http://schemas.openxmlformats.org/officeDocument/2006/relationships/tags" Target="../tags/tag44.xml"/><Relationship Id="rId81" Type="http://schemas.openxmlformats.org/officeDocument/2006/relationships/tags" Target="../tags/tag60.xml"/><Relationship Id="rId86" Type="http://schemas.openxmlformats.org/officeDocument/2006/relationships/tags" Target="../tags/tag65.xml"/><Relationship Id="rId130" Type="http://schemas.openxmlformats.org/officeDocument/2006/relationships/tags" Target="../tags/tag109.xml"/><Relationship Id="rId135" Type="http://schemas.openxmlformats.org/officeDocument/2006/relationships/tags" Target="../tags/tag114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tags" Target="../tags/tag18.xml"/><Relationship Id="rId109" Type="http://schemas.openxmlformats.org/officeDocument/2006/relationships/tags" Target="../tags/tag88.xml"/><Relationship Id="rId34" Type="http://schemas.openxmlformats.org/officeDocument/2006/relationships/tags" Target="../tags/tag13.xml"/><Relationship Id="rId50" Type="http://schemas.openxmlformats.org/officeDocument/2006/relationships/tags" Target="../tags/tag29.xml"/><Relationship Id="rId55" Type="http://schemas.openxmlformats.org/officeDocument/2006/relationships/tags" Target="../tags/tag34.xml"/><Relationship Id="rId76" Type="http://schemas.openxmlformats.org/officeDocument/2006/relationships/tags" Target="../tags/tag55.xml"/><Relationship Id="rId97" Type="http://schemas.openxmlformats.org/officeDocument/2006/relationships/tags" Target="../tags/tag76.xml"/><Relationship Id="rId104" Type="http://schemas.openxmlformats.org/officeDocument/2006/relationships/tags" Target="../tags/tag83.xml"/><Relationship Id="rId120" Type="http://schemas.openxmlformats.org/officeDocument/2006/relationships/tags" Target="../tags/tag99.xml"/><Relationship Id="rId125" Type="http://schemas.openxmlformats.org/officeDocument/2006/relationships/tags" Target="../tags/tag104.xml"/><Relationship Id="rId141" Type="http://schemas.openxmlformats.org/officeDocument/2006/relationships/tags" Target="../tags/tag120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50.xml"/><Relationship Id="rId92" Type="http://schemas.openxmlformats.org/officeDocument/2006/relationships/tags" Target="../tags/tag71.xml"/><Relationship Id="rId2" Type="http://schemas.openxmlformats.org/officeDocument/2006/relationships/slideLayout" Target="../slideLayouts/slideLayout2.xml"/><Relationship Id="rId29" Type="http://schemas.openxmlformats.org/officeDocument/2006/relationships/tags" Target="../tags/tag8.xml"/><Relationship Id="rId24" Type="http://schemas.openxmlformats.org/officeDocument/2006/relationships/tags" Target="../tags/tag3.xml"/><Relationship Id="rId40" Type="http://schemas.openxmlformats.org/officeDocument/2006/relationships/tags" Target="../tags/tag19.xml"/><Relationship Id="rId45" Type="http://schemas.openxmlformats.org/officeDocument/2006/relationships/tags" Target="../tags/tag24.xml"/><Relationship Id="rId66" Type="http://schemas.openxmlformats.org/officeDocument/2006/relationships/tags" Target="../tags/tag45.xml"/><Relationship Id="rId87" Type="http://schemas.openxmlformats.org/officeDocument/2006/relationships/tags" Target="../tags/tag66.xml"/><Relationship Id="rId110" Type="http://schemas.openxmlformats.org/officeDocument/2006/relationships/tags" Target="../tags/tag89.xml"/><Relationship Id="rId115" Type="http://schemas.openxmlformats.org/officeDocument/2006/relationships/tags" Target="../tags/tag94.xml"/><Relationship Id="rId131" Type="http://schemas.openxmlformats.org/officeDocument/2006/relationships/tags" Target="../tags/tag110.xml"/><Relationship Id="rId136" Type="http://schemas.openxmlformats.org/officeDocument/2006/relationships/tags" Target="../tags/tag115.xml"/><Relationship Id="rId61" Type="http://schemas.openxmlformats.org/officeDocument/2006/relationships/tags" Target="../tags/tag40.xml"/><Relationship Id="rId82" Type="http://schemas.openxmlformats.org/officeDocument/2006/relationships/tags" Target="../tags/tag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tags" Target="../tags/tag9.xml"/><Relationship Id="rId35" Type="http://schemas.openxmlformats.org/officeDocument/2006/relationships/tags" Target="../tags/tag14.xml"/><Relationship Id="rId56" Type="http://schemas.openxmlformats.org/officeDocument/2006/relationships/tags" Target="../tags/tag35.xml"/><Relationship Id="rId77" Type="http://schemas.openxmlformats.org/officeDocument/2006/relationships/tags" Target="../tags/tag56.xml"/><Relationship Id="rId100" Type="http://schemas.openxmlformats.org/officeDocument/2006/relationships/tags" Target="../tags/tag79.xml"/><Relationship Id="rId105" Type="http://schemas.openxmlformats.org/officeDocument/2006/relationships/tags" Target="../tags/tag84.xml"/><Relationship Id="rId126" Type="http://schemas.openxmlformats.org/officeDocument/2006/relationships/tags" Target="../tags/tag105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30.xml"/><Relationship Id="rId72" Type="http://schemas.openxmlformats.org/officeDocument/2006/relationships/tags" Target="../tags/tag51.xml"/><Relationship Id="rId93" Type="http://schemas.openxmlformats.org/officeDocument/2006/relationships/tags" Target="../tags/tag72.xml"/><Relationship Id="rId98" Type="http://schemas.openxmlformats.org/officeDocument/2006/relationships/tags" Target="../tags/tag77.xml"/><Relationship Id="rId121" Type="http://schemas.openxmlformats.org/officeDocument/2006/relationships/tags" Target="../tags/tag100.xml"/><Relationship Id="rId142" Type="http://schemas.openxmlformats.org/officeDocument/2006/relationships/tags" Target="../tags/tag121.xml"/><Relationship Id="rId3" Type="http://schemas.openxmlformats.org/officeDocument/2006/relationships/slideLayout" Target="../slideLayouts/slideLayout3.xml"/><Relationship Id="rId25" Type="http://schemas.openxmlformats.org/officeDocument/2006/relationships/tags" Target="../tags/tag4.xml"/><Relationship Id="rId46" Type="http://schemas.openxmlformats.org/officeDocument/2006/relationships/tags" Target="../tags/tag25.xml"/><Relationship Id="rId67" Type="http://schemas.openxmlformats.org/officeDocument/2006/relationships/tags" Target="../tags/tag46.xml"/><Relationship Id="rId116" Type="http://schemas.openxmlformats.org/officeDocument/2006/relationships/tags" Target="../tags/tag95.xml"/><Relationship Id="rId137" Type="http://schemas.openxmlformats.org/officeDocument/2006/relationships/tags" Target="../tags/tag116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20.xml"/><Relationship Id="rId62" Type="http://schemas.openxmlformats.org/officeDocument/2006/relationships/tags" Target="../tags/tag41.xml"/><Relationship Id="rId83" Type="http://schemas.openxmlformats.org/officeDocument/2006/relationships/tags" Target="../tags/tag62.xml"/><Relationship Id="rId88" Type="http://schemas.openxmlformats.org/officeDocument/2006/relationships/tags" Target="../tags/tag67.xml"/><Relationship Id="rId111" Type="http://schemas.openxmlformats.org/officeDocument/2006/relationships/tags" Target="../tags/tag90.xml"/><Relationship Id="rId132" Type="http://schemas.openxmlformats.org/officeDocument/2006/relationships/tags" Target="../tags/tag111.xml"/><Relationship Id="rId15" Type="http://schemas.openxmlformats.org/officeDocument/2006/relationships/slideLayout" Target="../slideLayouts/slideLayout15.xml"/><Relationship Id="rId36" Type="http://schemas.openxmlformats.org/officeDocument/2006/relationships/tags" Target="../tags/tag15.xml"/><Relationship Id="rId57" Type="http://schemas.openxmlformats.org/officeDocument/2006/relationships/tags" Target="../tags/tag36.xml"/><Relationship Id="rId106" Type="http://schemas.openxmlformats.org/officeDocument/2006/relationships/tags" Target="../tags/tag85.xml"/><Relationship Id="rId127" Type="http://schemas.openxmlformats.org/officeDocument/2006/relationships/tags" Target="../tags/tag106.xml"/><Relationship Id="rId10" Type="http://schemas.openxmlformats.org/officeDocument/2006/relationships/slideLayout" Target="../slideLayouts/slideLayout10.xml"/><Relationship Id="rId31" Type="http://schemas.openxmlformats.org/officeDocument/2006/relationships/tags" Target="../tags/tag10.xml"/><Relationship Id="rId52" Type="http://schemas.openxmlformats.org/officeDocument/2006/relationships/tags" Target="../tags/tag31.xml"/><Relationship Id="rId73" Type="http://schemas.openxmlformats.org/officeDocument/2006/relationships/tags" Target="../tags/tag52.xml"/><Relationship Id="rId78" Type="http://schemas.openxmlformats.org/officeDocument/2006/relationships/tags" Target="../tags/tag57.xml"/><Relationship Id="rId94" Type="http://schemas.openxmlformats.org/officeDocument/2006/relationships/tags" Target="../tags/tag73.xml"/><Relationship Id="rId99" Type="http://schemas.openxmlformats.org/officeDocument/2006/relationships/tags" Target="../tags/tag78.xml"/><Relationship Id="rId101" Type="http://schemas.openxmlformats.org/officeDocument/2006/relationships/tags" Target="../tags/tag80.xml"/><Relationship Id="rId122" Type="http://schemas.openxmlformats.org/officeDocument/2006/relationships/tags" Target="../tags/tag101.xml"/><Relationship Id="rId143" Type="http://schemas.openxmlformats.org/officeDocument/2006/relationships/tags" Target="../tags/tag1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ags" Target="../tags/tag5.xml"/><Relationship Id="rId47" Type="http://schemas.openxmlformats.org/officeDocument/2006/relationships/tags" Target="../tags/tag26.xml"/><Relationship Id="rId68" Type="http://schemas.openxmlformats.org/officeDocument/2006/relationships/tags" Target="../tags/tag47.xml"/><Relationship Id="rId89" Type="http://schemas.openxmlformats.org/officeDocument/2006/relationships/tags" Target="../tags/tag68.xml"/><Relationship Id="rId112" Type="http://schemas.openxmlformats.org/officeDocument/2006/relationships/tags" Target="../tags/tag91.xml"/><Relationship Id="rId133" Type="http://schemas.openxmlformats.org/officeDocument/2006/relationships/tags" Target="../tags/tag112.xml"/><Relationship Id="rId16" Type="http://schemas.openxmlformats.org/officeDocument/2006/relationships/slideLayout" Target="../slideLayouts/slideLayout16.xml"/><Relationship Id="rId37" Type="http://schemas.openxmlformats.org/officeDocument/2006/relationships/tags" Target="../tags/tag16.xml"/><Relationship Id="rId58" Type="http://schemas.openxmlformats.org/officeDocument/2006/relationships/tags" Target="../tags/tag37.xml"/><Relationship Id="rId79" Type="http://schemas.openxmlformats.org/officeDocument/2006/relationships/tags" Target="../tags/tag58.xml"/><Relationship Id="rId102" Type="http://schemas.openxmlformats.org/officeDocument/2006/relationships/tags" Target="../tags/tag81.xml"/><Relationship Id="rId123" Type="http://schemas.openxmlformats.org/officeDocument/2006/relationships/tags" Target="../tags/tag102.xml"/><Relationship Id="rId144" Type="http://schemas.openxmlformats.org/officeDocument/2006/relationships/tags" Target="../tags/tag1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9413" y="6536751"/>
            <a:ext cx="141064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noProof="0" smtClean="0"/>
              <a:pPr marL="0" lvl="0" indent="0" algn="r">
                <a:buNone/>
              </a:pPr>
              <a:t>‹#›</a:t>
            </a:fld>
            <a:endParaRPr lang="en-US" sz="900" noProof="0" dirty="0"/>
          </a:p>
        </p:txBody>
      </p:sp>
      <p:sp>
        <p:nvSpPr>
          <p:cNvPr id="12" name="Copyright Placeholder" descr="{&quot;templafy&quot;:{&quot;id&quot;:&quot;d557962c-d886-416f-bd4f-663185a6c887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4001" y="6536751"/>
            <a:ext cx="10155600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b="0" i="0" dirty="0">
                <a:latin typeface="72" panose="020B0503030000000003" pitchFamily="34" charset="0"/>
                <a:cs typeface="72" panose="020B0503030000000003" pitchFamily="34" charset="0"/>
              </a:rPr>
              <a:t>PUBLIC</a:t>
            </a: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620000"/>
            <a:ext cx="11186476" cy="47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23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24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25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26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kern="0" dirty="0">
                <a:ea typeface="Arial Unicode MS" pitchFamily="34" charset="-128"/>
                <a:cs typeface="Arial Unicode MS" pitchFamily="34" charset="-128"/>
              </a:rPr>
              <a:t>(r) Footnote</a:t>
            </a:r>
          </a:p>
        </p:txBody>
      </p:sp>
      <p:sp>
        <p:nvSpPr>
          <p:cNvPr id="132" name="Responsible [Sticker]" hidden="1">
            <a:extLst>
              <a:ext uri="{FF2B5EF4-FFF2-40B4-BE49-F238E27FC236}">
                <a16:creationId xmlns:a16="http://schemas.microsoft.com/office/drawing/2014/main" id="{3CB674C2-91C9-46E6-8AB4-E90ABF1CAFE0}"/>
              </a:ext>
            </a:extLst>
          </p:cNvPr>
          <p:cNvSpPr>
            <a:spLocks/>
          </p:cNvSpPr>
          <p:nvPr userDrawn="1"/>
        </p:nvSpPr>
        <p:spPr>
          <a:xfrm>
            <a:off x="10071105" y="896931"/>
            <a:ext cx="2124070" cy="5954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Responsible: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Name Lastname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Roboto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4082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41" r:id="rId2"/>
    <p:sldLayoutId id="2147483743" r:id="rId3"/>
    <p:sldLayoutId id="2147483774" r:id="rId4"/>
    <p:sldLayoutId id="2147483745" r:id="rId5"/>
    <p:sldLayoutId id="2147483760" r:id="rId6"/>
    <p:sldLayoutId id="2147483768" r:id="rId7"/>
    <p:sldLayoutId id="2147483769" r:id="rId8"/>
    <p:sldLayoutId id="2147483770" r:id="rId9"/>
    <p:sldLayoutId id="2147483744" r:id="rId10"/>
    <p:sldLayoutId id="2147483757" r:id="rId11"/>
    <p:sldLayoutId id="2147483771" r:id="rId12"/>
    <p:sldLayoutId id="2147483763" r:id="rId13"/>
    <p:sldLayoutId id="2147483751" r:id="rId14"/>
    <p:sldLayoutId id="2147483756" r:id="rId15"/>
    <p:sldLayoutId id="2147483740" r:id="rId16"/>
    <p:sldLayoutId id="2147483810" r:id="rId17"/>
    <p:sldLayoutId id="2147483815" r:id="rId18"/>
    <p:sldLayoutId id="2147483816" r:id="rId19"/>
    <p:sldLayoutId id="2147483817" r:id="rId20"/>
    <p:sldLayoutId id="2147483834" r:id="rId21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1" i="0" kern="1200" baseline="0">
          <a:solidFill>
            <a:schemeClr val="tx1"/>
          </a:solidFill>
          <a:latin typeface="72" panose="020B0503030000000003" pitchFamily="34" charset="0"/>
          <a:ea typeface="+mj-ea"/>
          <a:cs typeface="72" panose="020B0503030000000003" pitchFamily="34" charset="0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2000" b="0" i="0" kern="1200">
          <a:solidFill>
            <a:schemeClr val="tx1"/>
          </a:solidFill>
          <a:latin typeface="72" panose="020B0503030000000003" pitchFamily="34" charset="0"/>
          <a:ea typeface="+mn-ea"/>
          <a:cs typeface="72" panose="020B0503030000000003" pitchFamily="34" charset="0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800" b="0" i="0" kern="1200">
          <a:solidFill>
            <a:schemeClr val="tx1"/>
          </a:solidFill>
          <a:latin typeface="72" panose="020B0503030000000003" pitchFamily="34" charset="0"/>
          <a:ea typeface="+mn-ea"/>
          <a:cs typeface="72" panose="020B0503030000000003" pitchFamily="34" charset="0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72" panose="020B0503030000000003" pitchFamily="34" charset="0"/>
          <a:ea typeface="+mn-ea"/>
          <a:cs typeface="72" panose="020B0503030000000003" pitchFamily="34" charset="0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600" b="0" i="0" kern="1200">
          <a:solidFill>
            <a:schemeClr val="tx1"/>
          </a:solidFill>
          <a:latin typeface="72" panose="020B0503030000000003" pitchFamily="34" charset="0"/>
          <a:ea typeface="+mn-ea"/>
          <a:cs typeface="72" panose="020B0503030000000003" pitchFamily="34" charset="0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72" panose="020B0503030000000003" pitchFamily="34" charset="0"/>
          <a:ea typeface="+mn-ea"/>
          <a:cs typeface="72" panose="020B0503030000000003" pitchFamily="34" charset="0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hyperlink" Target="https://github.com/micol92/s4hanacloudext" TargetMode="Externa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P-samples/teched2025-AD16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4094283-E6F3-1B65-6B2D-1C7271BD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cs typeface="Microsoft GothicNeo" panose="020B0500000101010101" pitchFamily="34" charset="-127"/>
              </a:rPr>
              <a:t>Build Code Hands-on Material</a:t>
            </a:r>
            <a:br>
              <a:rPr lang="en-US" altLang="ko-KR" dirty="0">
                <a:cs typeface="Microsoft GothicNeo" panose="020B0500000101010101" pitchFamily="34" charset="-127"/>
              </a:rPr>
            </a:br>
            <a:endParaRPr lang="en-US" dirty="0">
              <a:cs typeface="Microsoft GothicNeo" panose="020B0500000101010101" pitchFamily="34" charset="-127"/>
            </a:endParaRPr>
          </a:p>
        </p:txBody>
      </p:sp>
      <p:sp>
        <p:nvSpPr>
          <p:cNvPr id="19" name="TextBox 18" descr="{&quot;templafy&quot;:{&quot;id&quot;:&quot;8e1e6d1d-8f77-483d-98a7-ba7672cb0659&quot;}}">
            <a:extLst>
              <a:ext uri="{FF2B5EF4-FFF2-40B4-BE49-F238E27FC236}">
                <a16:creationId xmlns:a16="http://schemas.microsoft.com/office/drawing/2014/main" id="{FCA8DD2E-FA33-1E48-9AB9-AF8694F707A9}"/>
              </a:ext>
            </a:extLst>
          </p:cNvPr>
          <p:cNvSpPr txBox="1">
            <a:spLocks/>
          </p:cNvSpPr>
          <p:nvPr/>
        </p:nvSpPr>
        <p:spPr>
          <a:xfrm>
            <a:off x="288000" y="5219315"/>
            <a:ext cx="5402236" cy="417142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l"/>
            <a:endParaRPr lang="en-US" sz="14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Microsoft GothicNeo" panose="020B0500000101010101" pitchFamily="34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Microsoft GothicNeo" panose="020B0500000101010101" pitchFamily="34" charset="-127"/>
            </a:endParaRPr>
          </a:p>
          <a:p>
            <a:endParaRPr lang="en-US" altLang="ko-KR" sz="1400" dirty="0">
              <a:latin typeface="Malgun Gothic" panose="020B0503020000020004" pitchFamily="34" charset="-127"/>
              <a:ea typeface="Malgun Gothic" panose="020B0503020000020004" pitchFamily="34" charset="-127"/>
              <a:cs typeface="Microsoft GothicNeo" panose="020B0500000101010101" pitchFamily="34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Microsoft GothicNeo" panose="020B0500000101010101" pitchFamily="34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Microsoft GothicNeo" panose="020B0500000101010101" pitchFamily="34" charset="-127"/>
            </a:endParaRPr>
          </a:p>
          <a:p>
            <a:endParaRPr lang="en-US" altLang="ko-KR" sz="1400" dirty="0">
              <a:latin typeface="Malgun Gothic" panose="020B0503020000020004" pitchFamily="34" charset="-127"/>
              <a:ea typeface="Malgun Gothic" panose="020B0503020000020004" pitchFamily="34" charset="-127"/>
              <a:cs typeface="Microsoft GothicNeo" panose="020B0500000101010101" pitchFamily="34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Microsoft GothicNeo" panose="020B0500000101010101" pitchFamily="34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Microsoft GothicNeo" panose="020B0500000101010101" pitchFamily="34" charset="-127"/>
              </a:rPr>
              <a:t>SAP Korea</a:t>
            </a:r>
            <a:endParaRPr lang="en-US" sz="1400" dirty="0">
              <a:solidFill>
                <a:schemeClr val="tx1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Microsoft GothicNeo" panose="020B0500000101010101" pitchFamily="34" charset="-127"/>
            </a:endParaRPr>
          </a:p>
          <a:p>
            <a:pPr algn="l"/>
            <a:r>
              <a:rPr lang="en-US" sz="1400" dirty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Microsoft GothicNeo" panose="020B0500000101010101" pitchFamily="34" charset="-127"/>
              </a:rPr>
              <a:t>2026</a:t>
            </a:r>
          </a:p>
        </p:txBody>
      </p:sp>
      <p:pic>
        <p:nvPicPr>
          <p:cNvPr id="8" name="Picture Placeholder 14">
            <a:extLst>
              <a:ext uri="{FF2B5EF4-FFF2-40B4-BE49-F238E27FC236}">
                <a16:creationId xmlns:a16="http://schemas.microsoft.com/office/drawing/2014/main" id="{00F5AC4E-26F8-A64D-BA56-867C5737F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782" r="8782"/>
          <a:stretch/>
        </p:blipFill>
        <p:spPr bwMode="black">
          <a:xfrm>
            <a:off x="7156450" y="0"/>
            <a:ext cx="5038725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40B6C9-C364-E291-BFD6-101361171810}"/>
              </a:ext>
            </a:extLst>
          </p:cNvPr>
          <p:cNvSpPr txBox="1"/>
          <p:nvPr/>
        </p:nvSpPr>
        <p:spPr>
          <a:xfrm>
            <a:off x="288000" y="3886200"/>
            <a:ext cx="585416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kern="0" dirty="0">
                <a:ea typeface="Arial Unicode MS" pitchFamily="34" charset="-128"/>
                <a:cs typeface="Arial Unicode MS" pitchFamily="34" charset="-128"/>
              </a:rPr>
              <a:t>Microsoft </a:t>
            </a:r>
            <a:r>
              <a:rPr lang="en-US" sz="1800" kern="0" dirty="0" err="1">
                <a:ea typeface="Arial Unicode MS" pitchFamily="34" charset="-128"/>
                <a:cs typeface="Arial Unicode MS" pitchFamily="34" charset="-128"/>
              </a:rPr>
              <a:t>VSCode</a:t>
            </a:r>
            <a:r>
              <a:rPr lang="en-US" sz="1800" kern="0" dirty="0">
                <a:ea typeface="Arial Unicode MS" pitchFamily="34" charset="-128"/>
                <a:cs typeface="Arial Unicode MS" pitchFamily="34" charset="-128"/>
              </a:rPr>
              <a:t> + Cline + AI Core + SAP MCP Servers</a:t>
            </a:r>
            <a:endParaRPr lang="en-KR" sz="1800" kern="0" dirty="0" err="1"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6545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F2B01-0EF5-987F-B5BA-3973A72AE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platzhalter 6">
            <a:extLst>
              <a:ext uri="{FF2B5EF4-FFF2-40B4-BE49-F238E27FC236}">
                <a16:creationId xmlns:a16="http://schemas.microsoft.com/office/drawing/2014/main" id="{33CB6268-24E4-E6EB-9B01-DAD315726F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364186" y="0"/>
            <a:ext cx="4830989" cy="6858000"/>
          </a:xfrm>
          <a:prstGeom prst="rect">
            <a:avLst/>
          </a:prstGeom>
          <a:noFill/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7D2478F-1D6E-D3DF-BF66-A784CDCADE9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64131" y="351000"/>
            <a:ext cx="2774021" cy="6156000"/>
          </a:xfrm>
          <a:custGeom>
            <a:avLst/>
            <a:gdLst>
              <a:gd name="connsiteX0" fmla="*/ 0 w 2774021"/>
              <a:gd name="connsiteY0" fmla="*/ 0 h 6156000"/>
              <a:gd name="connsiteX1" fmla="*/ 2774021 w 2774021"/>
              <a:gd name="connsiteY1" fmla="*/ 0 h 6156000"/>
              <a:gd name="connsiteX2" fmla="*/ 2774021 w 2774021"/>
              <a:gd name="connsiteY2" fmla="*/ 6156000 h 6156000"/>
              <a:gd name="connsiteX3" fmla="*/ 0 w 2774021"/>
              <a:gd name="connsiteY3" fmla="*/ 6156000 h 615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4021" h="6156000">
                <a:moveTo>
                  <a:pt x="0" y="0"/>
                </a:moveTo>
                <a:lnTo>
                  <a:pt x="2774021" y="0"/>
                </a:lnTo>
                <a:lnTo>
                  <a:pt x="2774021" y="6156000"/>
                </a:lnTo>
                <a:lnTo>
                  <a:pt x="0" y="6156000"/>
                </a:lnTo>
                <a:close/>
              </a:path>
            </a:pathLst>
          </a:custGeom>
        </p:spPr>
      </p:pic>
      <p:sp>
        <p:nvSpPr>
          <p:cNvPr id="2" name="Agenda">
            <a:extLst>
              <a:ext uri="{FF2B5EF4-FFF2-40B4-BE49-F238E27FC236}">
                <a16:creationId xmlns:a16="http://schemas.microsoft.com/office/drawing/2014/main" id="{FE20B9C4-3354-73E8-6F4C-534F3AB059D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04000" y="505380"/>
            <a:ext cx="5211000" cy="369332"/>
          </a:xfrm>
        </p:spPr>
        <p:txBody>
          <a:bodyPr/>
          <a:lstStyle/>
          <a:p>
            <a:r>
              <a:rPr lang="en-US" dirty="0"/>
              <a:t>Customer cases</a:t>
            </a:r>
          </a:p>
        </p:txBody>
      </p:sp>
      <p:sp>
        <p:nvSpPr>
          <p:cNvPr id="3" name="Agenda items">
            <a:extLst>
              <a:ext uri="{FF2B5EF4-FFF2-40B4-BE49-F238E27FC236}">
                <a16:creationId xmlns:a16="http://schemas.microsoft.com/office/drawing/2014/main" id="{5EA038E5-FF64-E58C-466B-FB0882CDA1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504000" y="1388976"/>
            <a:ext cx="6484629" cy="4787900"/>
          </a:xfrm>
        </p:spPr>
        <p:txBody>
          <a:bodyPr vert="horz" lIns="0" tIns="0" rIns="0" bIns="0" rtlCol="0" anchor="t">
            <a:noAutofit/>
          </a:bodyPr>
          <a:lstStyle/>
          <a:p>
            <a:endParaRPr lang="en-US" altLang="ko-KR" dirty="0">
              <a:ea typeface="72 Brand"/>
            </a:endParaRPr>
          </a:p>
          <a:p>
            <a:r>
              <a:rPr lang="en-US" altLang="ko-KR" b="1" dirty="0">
                <a:ea typeface="72 Brand"/>
              </a:rPr>
              <a:t>1.</a:t>
            </a:r>
            <a:r>
              <a:rPr lang="ko-KR" altLang="en-US" b="1" dirty="0">
                <a:ea typeface="72 Brand"/>
              </a:rPr>
              <a:t> </a:t>
            </a:r>
            <a:r>
              <a:rPr lang="en-US" altLang="ko-KR" b="1" dirty="0">
                <a:ea typeface="72 Brand"/>
              </a:rPr>
              <a:t>Environment setup</a:t>
            </a:r>
          </a:p>
          <a:p>
            <a:r>
              <a:rPr lang="en-US" altLang="ko-KR" b="1" dirty="0">
                <a:ea typeface="72 Brand"/>
              </a:rPr>
              <a:t>2.</a:t>
            </a:r>
            <a:r>
              <a:rPr lang="ko-KR" altLang="en-US" b="1" dirty="0">
                <a:ea typeface="72 Brand"/>
              </a:rPr>
              <a:t> </a:t>
            </a:r>
            <a:r>
              <a:rPr lang="en-US" altLang="ko-KR" b="1" dirty="0">
                <a:ea typeface="72 Brand"/>
              </a:rPr>
              <a:t>Agentic development  - Simple application</a:t>
            </a:r>
          </a:p>
          <a:p>
            <a:r>
              <a:rPr lang="en-US" altLang="ko-KR" b="1" dirty="0">
                <a:ea typeface="72 Brand"/>
              </a:rPr>
              <a:t>3.</a:t>
            </a:r>
            <a:r>
              <a:rPr lang="ko-KR" altLang="en-US" b="1" dirty="0">
                <a:ea typeface="72 Brand"/>
              </a:rPr>
              <a:t> </a:t>
            </a:r>
            <a:r>
              <a:rPr lang="en-US" altLang="ko-KR" b="1" dirty="0">
                <a:ea typeface="72 Brand"/>
              </a:rPr>
              <a:t>Spot Agentic development’s specifications (Playing with Agent Cline) </a:t>
            </a:r>
          </a:p>
          <a:p>
            <a:r>
              <a:rPr lang="en-US" altLang="ko-KR" b="1" dirty="0"/>
              <a:t>4.</a:t>
            </a:r>
            <a:r>
              <a:rPr lang="ko-KR" altLang="en-US" b="1" dirty="0"/>
              <a:t> </a:t>
            </a:r>
            <a:r>
              <a:rPr lang="en-KR" b="1" dirty="0"/>
              <a:t>QnA</a:t>
            </a:r>
            <a:endParaRPr lang="en-US" altLang="ko-KR" b="1" dirty="0">
              <a:ea typeface="72 Brand"/>
            </a:endParaRPr>
          </a:p>
          <a:p>
            <a:endParaRPr lang="en-US" altLang="ko-KR" b="1" dirty="0">
              <a:ea typeface="72 Brand"/>
            </a:endParaRPr>
          </a:p>
          <a:p>
            <a:endParaRPr lang="en-US" altLang="ko-KR" b="1" dirty="0">
              <a:ea typeface="72 Brand"/>
            </a:endParaRPr>
          </a:p>
          <a:p>
            <a:pPr marL="457200" indent="-457200">
              <a:buAutoNum type="arabicPeriod"/>
            </a:pPr>
            <a:endParaRPr lang="en-US" dirty="0">
              <a:ea typeface="72 Brand"/>
            </a:endParaRPr>
          </a:p>
          <a:p>
            <a:pPr>
              <a:buNone/>
            </a:pPr>
            <a:endParaRPr lang="en-US" dirty="0">
              <a:ea typeface="72 Brand"/>
            </a:endParaRPr>
          </a:p>
          <a:p>
            <a:pPr>
              <a:buNone/>
            </a:pPr>
            <a:endParaRPr lang="en-US" dirty="0">
              <a:ea typeface="72 Brand"/>
            </a:endParaRPr>
          </a:p>
          <a:p>
            <a:pPr marL="179705" lvl="1" indent="-179705"/>
            <a:endParaRPr lang="en-US" sz="2000" dirty="0">
              <a:ea typeface="72 Bran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4E9E1C-A22B-8D4A-8BED-C322D3A4CE92}"/>
              </a:ext>
            </a:extLst>
          </p:cNvPr>
          <p:cNvSpPr txBox="1"/>
          <p:nvPr/>
        </p:nvSpPr>
        <p:spPr>
          <a:xfrm>
            <a:off x="596900" y="4787900"/>
            <a:ext cx="4360168" cy="6924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800" kern="0" dirty="0">
                <a:ea typeface="Arial Unicode MS" pitchFamily="34" charset="-128"/>
                <a:cs typeface="Arial Unicode MS" pitchFamily="34" charset="-128"/>
                <a:hlinkClick r:id="rId7"/>
              </a:rPr>
              <a:t>https://github.com/micol92/s4hanacloudext</a:t>
            </a:r>
            <a:endParaRPr lang="en-US" sz="1800" kern="0" dirty="0">
              <a:ea typeface="Arial Unicode MS" pitchFamily="34" charset="-128"/>
              <a:cs typeface="Arial Unicode MS" pitchFamily="34" charset="-128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KR" sz="1800" kern="0" dirty="0" err="1">
              <a:ea typeface="Arial Unicode MS" pitchFamily="34" charset="-128"/>
              <a:cs typeface="Arial Unicode MS" pitchFamily="34" charset="-128"/>
            </a:endParaRP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84201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DDA5D-730B-5461-AB72-16C684066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Environment Setup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41C2DF-C25F-D355-6564-80BEFD3EBDF4}"/>
              </a:ext>
            </a:extLst>
          </p:cNvPr>
          <p:cNvSpPr txBox="1"/>
          <p:nvPr/>
        </p:nvSpPr>
        <p:spPr>
          <a:xfrm>
            <a:off x="596900" y="1295400"/>
            <a:ext cx="3642023" cy="15234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342900" indent="-3429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AutoNum type="arabicPeriod"/>
            </a:pPr>
            <a:r>
              <a:rPr lang="en-KR" sz="1800" kern="0" dirty="0">
                <a:ea typeface="Arial Unicode MS" pitchFamily="34" charset="-128"/>
                <a:cs typeface="Arial Unicode MS" pitchFamily="34" charset="-128"/>
              </a:rPr>
              <a:t>Install Microsoft VSCode</a:t>
            </a:r>
          </a:p>
          <a:p>
            <a:pPr marL="342900" indent="-3429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AutoNum type="arabicPeriod"/>
            </a:pPr>
            <a:r>
              <a:rPr lang="en-KR" sz="1800" kern="0" dirty="0">
                <a:ea typeface="Arial Unicode MS" pitchFamily="34" charset="-128"/>
                <a:cs typeface="Arial Unicode MS" pitchFamily="34" charset="-128"/>
              </a:rPr>
              <a:t>Agent Setup – Cline on VSCode</a:t>
            </a:r>
          </a:p>
          <a:p>
            <a:pPr marL="342900" indent="-3429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AutoNum type="arabicPeriod"/>
            </a:pPr>
            <a:r>
              <a:rPr lang="en-KR" sz="1800" kern="0" dirty="0">
                <a:ea typeface="Arial Unicode MS" pitchFamily="34" charset="-128"/>
                <a:cs typeface="Arial Unicode MS" pitchFamily="34" charset="-128"/>
              </a:rPr>
              <a:t>Cline configuration with AI Core</a:t>
            </a:r>
          </a:p>
          <a:p>
            <a:pPr marL="342900" indent="-34290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AutoNum type="arabicPeriod"/>
            </a:pPr>
            <a:r>
              <a:rPr lang="en-KR" sz="1800" kern="0" dirty="0">
                <a:ea typeface="Arial Unicode MS" pitchFamily="34" charset="-128"/>
                <a:cs typeface="Arial Unicode MS" pitchFamily="34" charset="-128"/>
              </a:rPr>
              <a:t>MCP Server configuration </a:t>
            </a:r>
          </a:p>
        </p:txBody>
      </p:sp>
    </p:spTree>
    <p:extLst>
      <p:ext uri="{BB962C8B-B14F-4D97-AF65-F5344CB8AC3E}">
        <p14:creationId xmlns:p14="http://schemas.microsoft.com/office/powerpoint/2010/main" val="225936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00B2DB-3705-6739-EB62-6C0B32F53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23" y="2226455"/>
            <a:ext cx="5497350" cy="2405089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EBCF0C-5A0D-6FC7-B456-F2BBACCC5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1" y="504000"/>
            <a:ext cx="11186476" cy="369332"/>
          </a:xfrm>
        </p:spPr>
        <p:txBody>
          <a:bodyPr wrap="square" anchor="ctr">
            <a:normAutofit/>
          </a:bodyPr>
          <a:lstStyle/>
          <a:p>
            <a:r>
              <a:rPr lang="en-KR" dirty="0"/>
              <a:t>Agent Setup – Cline on VSCode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82610A-B8F2-BA6C-5929-BC5A22325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444" y="1526474"/>
            <a:ext cx="4704877" cy="471600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9A7941-F3A4-D9AE-ED74-FDC5FF3F4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756" y="1373649"/>
            <a:ext cx="2871496" cy="502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42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FDCF-26D3-2D92-79F0-64EF9E1B3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Cline Configuration with AI Core &amp; MCP Server configuration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7F66B6-1423-DFA8-4406-D7A772744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6" y="1828800"/>
            <a:ext cx="3171825" cy="4229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1C9DFC-E9A0-D83E-ACC2-14FA00576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289" y="1582841"/>
            <a:ext cx="6179645" cy="2609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9C5EE2-2845-769E-5512-0CCB3BB8F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306" y="4526470"/>
            <a:ext cx="2284413" cy="182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6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E0AB-B100-7B0E-2835-FE7DDDBD1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37" y="529400"/>
            <a:ext cx="2009753" cy="1846659"/>
          </a:xfrm>
        </p:spPr>
        <p:txBody>
          <a:bodyPr/>
          <a:lstStyle/>
          <a:p>
            <a:r>
              <a:rPr lang="en-KR" dirty="0"/>
              <a:t>Configuration</a:t>
            </a:r>
            <a:br>
              <a:rPr lang="en-KR" dirty="0"/>
            </a:br>
            <a:br>
              <a:rPr lang="en-KR" dirty="0"/>
            </a:br>
            <a:r>
              <a:rPr lang="en-US" altLang="ko-KR" dirty="0"/>
              <a:t>Make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Simple</a:t>
            </a:r>
            <a:r>
              <a:rPr lang="ko-KR" altLang="en-US" dirty="0"/>
              <a:t> </a:t>
            </a:r>
            <a:r>
              <a:rPr lang="en-US" altLang="ko-KR" dirty="0"/>
              <a:t>CAP</a:t>
            </a:r>
            <a:r>
              <a:rPr lang="ko-KR" altLang="en-US" dirty="0"/>
              <a:t> </a:t>
            </a:r>
            <a:r>
              <a:rPr lang="en-US" altLang="ko-KR" dirty="0"/>
              <a:t>application</a:t>
            </a:r>
            <a:endParaRPr lang="en-K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16B76-8F40-34E7-7000-B0D4A86A6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754" y="529400"/>
            <a:ext cx="2959100" cy="6121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2A9DDC-3749-72B9-D782-E77B9F999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581" y="504000"/>
            <a:ext cx="3035300" cy="6146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7554B4-EDC5-4D52-2D45-2A4759B72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3608" y="504000"/>
            <a:ext cx="2959100" cy="610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99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3680D-3AD7-5F63-30B0-211768BBC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Playing with Agent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EEC51-25A5-A461-F5B9-C73B78A5666C}"/>
              </a:ext>
            </a:extLst>
          </p:cNvPr>
          <p:cNvSpPr txBox="1"/>
          <p:nvPr/>
        </p:nvSpPr>
        <p:spPr>
          <a:xfrm>
            <a:off x="660400" y="1524000"/>
            <a:ext cx="543718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r>
              <a:rPr lang="en-KR" sz="1800" kern="0" dirty="0">
                <a:ea typeface="Arial Unicode MS" pitchFamily="34" charset="-128"/>
                <a:cs typeface="Arial Unicode MS" pitchFamily="34" charset="-128"/>
              </a:rPr>
              <a:t>Agent is not Perfect !!!</a:t>
            </a:r>
          </a:p>
          <a:p>
            <a:pPr marL="285750" indent="-2857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r>
              <a:rPr lang="en-KR" sz="1800" kern="0" dirty="0">
                <a:ea typeface="Arial Unicode MS" pitchFamily="34" charset="-128"/>
                <a:cs typeface="Arial Unicode MS" pitchFamily="34" charset="-128"/>
              </a:rPr>
              <a:t>Tokens are limited !!!</a:t>
            </a:r>
          </a:p>
          <a:p>
            <a:pPr marL="285750" indent="-2857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r>
              <a:rPr lang="en-KR" sz="1800" kern="0" dirty="0">
                <a:ea typeface="Arial Unicode MS" pitchFamily="34" charset="-128"/>
                <a:cs typeface="Arial Unicode MS" pitchFamily="34" charset="-128"/>
              </a:rPr>
              <a:t>Find the efficient way to make the Agent work efficiently.!!!</a:t>
            </a:r>
          </a:p>
          <a:p>
            <a:pPr marL="285750" indent="-2857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endParaRPr lang="en-KR" sz="1800" kern="0" dirty="0">
              <a:ea typeface="Arial Unicode MS" pitchFamily="34" charset="-128"/>
              <a:cs typeface="Arial Unicode MS" pitchFamily="34" charset="-128"/>
            </a:endParaRPr>
          </a:p>
          <a:p>
            <a:pPr marL="285750" indent="-2857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endParaRPr lang="en-KR" sz="1800" kern="0" dirty="0">
              <a:ea typeface="Arial Unicode MS" pitchFamily="34" charset="-128"/>
              <a:cs typeface="Arial Unicode MS" pitchFamily="34" charset="-128"/>
            </a:endParaRPr>
          </a:p>
          <a:p>
            <a:pPr marL="285750" indent="-2857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endParaRPr lang="en-KR" sz="1800" kern="0" dirty="0"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E3F3ED-157E-893F-D03B-24E37633A384}"/>
              </a:ext>
            </a:extLst>
          </p:cNvPr>
          <p:cNvSpPr txBox="1"/>
          <p:nvPr/>
        </p:nvSpPr>
        <p:spPr>
          <a:xfrm>
            <a:off x="5829300" y="1524000"/>
            <a:ext cx="5437187" cy="1061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r>
              <a:rPr lang="en-KR" sz="1800" kern="0" dirty="0">
                <a:ea typeface="Arial Unicode MS" pitchFamily="34" charset="-128"/>
                <a:cs typeface="Arial Unicode MS" pitchFamily="34" charset="-128"/>
              </a:rPr>
              <a:t>Get Hands-on with teched2025-AD160</a:t>
            </a:r>
          </a:p>
          <a:p>
            <a:pPr marL="285750" indent="-2857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600" kern="0" dirty="0">
                <a:ea typeface="Arial Unicode MS" pitchFamily="34" charset="-128"/>
                <a:cs typeface="Arial Unicode MS" pitchFamily="34" charset="-128"/>
                <a:hlinkClick r:id="rId3"/>
              </a:rPr>
              <a:t>https://github.com/SAP-samples/teched2025-AD160</a:t>
            </a:r>
            <a:endParaRPr lang="en-US" sz="1600" kern="0" dirty="0">
              <a:ea typeface="Arial Unicode MS" pitchFamily="34" charset="-128"/>
              <a:cs typeface="Arial Unicode MS" pitchFamily="34" charset="-128"/>
            </a:endParaRPr>
          </a:p>
          <a:p>
            <a:pPr marL="285750" indent="-285750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 typeface="Arial" panose="020B0604020202020204" pitchFamily="34" charset="0"/>
              <a:buChar char="•"/>
            </a:pPr>
            <a:endParaRPr lang="en-KR" sz="1800" kern="0" dirty="0"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7941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2023 16x9 white">
  <a:themeElements>
    <a:clrScheme name="SAP_colors_2018">
      <a:dk1>
        <a:srgbClr val="000000"/>
      </a:dk1>
      <a:lt1>
        <a:srgbClr val="FFFFFF"/>
      </a:lt1>
      <a:dk2>
        <a:srgbClr val="999999"/>
      </a:dk2>
      <a:lt2>
        <a:srgbClr val="CCCCCC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760A85"/>
      </a:accent6>
      <a:hlink>
        <a:srgbClr val="008FD3"/>
      </a:hlink>
      <a:folHlink>
        <a:srgbClr val="008FD3"/>
      </a:folHlink>
    </a:clrScheme>
    <a:fontScheme name="SAP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White" id="{0CA030F1-CC8E-244D-8628-0E7CB01A353A}" vid="{3FB95459-F969-B34E-82A1-C8C57441F24C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201280-76FE-7742-B309-541E3E78D322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TemplafyFormConfiguration><![CDATA[{"formFields":[{"distinct":false,"hideIfNoUserInteractionRequired":false,"required":true,"autoSelectFirstOption":false,"shareValue":false,"type":"dropDown","dataSourceName":"PPTSubBrandLogos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shareValue":false,"type":"textBox","name":"SpeakerName","label":"Speaker Name"},{"required":false,"placeholder":"","lines":1,"defaultValue":"{{UserProfile.Email}}","shareValue":false,"type":"textBox","name":"Email","label":"Email"}],"formDataEntries":[{"name":"SAPLogo","value":"YvFCCJr4i9NpRnrWPXVTMQFUGzuS1IzMqMdk8FuaIpA="},{"name":"Classification","value":"OmrOP8d402txjl1Zr787gUA6bTWeMdaxGEF9U5BKD64="},{"name":"SpeakerName","value":"ejZM4skoQQ9ZgA0J9KcfCJGzPpiF5qpCqHS+p0FwfEM="},{"name":"Email","value":"nv1jqfep7OajSltGzZFgYYaGYskS3JHQwFVa1zh48Og="}]}]]></TemplafyFormConfiguration>
</file>

<file path=customXml/item2.xml><?xml version="1.0" encoding="utf-8"?>
<TemplafySlideTemplateConfiguration><![CDATA[{"slideVersion":17,"isValidatorEnabled":false,"isLocked":false,"elementsMetadata":[],"slideId":"638331234102931200","enableDocumentContentUpdater":false,"version":"2.0"}]]></TemplafySlideTemplateConfiguration>
</file>

<file path=customXml/item3.xml><?xml version="1.0" encoding="utf-8"?>
<TemplafyTemplateConfiguration><![CDATA[{"elementsMetadata":[{"elementConfiguration":{"binding":"{{DataSources.Classification[Form.Classification.Name].Display}}","disableUpdates":false,"type":"text"},"type":"shape","id":"88ee106e-3973-4810-b56d-a5186fd52867"},{"elementConfiguration":{"binding":"{{ DataSources.Classification[Form.Classification.Name].Display}}","disableUpdates":false,"type":"text"},"type":"shape","id":"dc0ab204-c76a-4a49-9d6c-12b24aba7af1"},{"elementConfiguration":{"binding":"{{ DataSources.Classification[Form.Classification.Name].Display}}","disableUpdates":false,"type":"text"},"type":"shape","id":"d557962c-d886-416f-bd4f-663185a6c887"},{"elementConfiguration":{"image":"{{Form.SAPLogo.LogoBlack}}","disableUpdates":false,"type":"image"},"type":"shape","id":"f9afd166-229e-4a31-924c-13f670a6973f"},{"elementConfiguration":{"image":"{{Form.SAPLogo.SubbrandBlack}}","visibility":"{{IfElse(Equals(Form.SAPLogo.HideSubBrandShape, \"Yes\"), VisibilityType.Hidden, VisibilityType.Visible)}}","disableUpdates":false,"type":"image"},"type":"shape","id":"571e0303-d31e-4903-b63c-88cb90e906ed"},{"elementConfiguration":{"binding":"{{DataSources.Classification[Form.Classification.Name].Display}}","disableUpdates":false,"type":"text"},"type":"shape","id":"db2f677a-3813-4264-a370-0b9b81d5fcdb"},{"elementConfiguration":{"binding":"{{FormatDateTime(Form.Date,\"MMMM dd, yyyy\",\"en-US\")}}","disableUpdates":false,"type":"text"},"type":"shape","id":"d854b390-4b25-4f3e-a49a-713dc2298bcb"},{"elementConfiguration":{"binding":"{{StringJoin(\", \", Form.SpeakerName,\"SAP\")}}","disableUpdates":false,"type":"text"},"type":"shape","id":"42a1b033-2aea-4440-b197-44e04e6f4a5d"},{"elementConfiguration":{"image":"{{Form.SAPLogo.LogoBlack}}","disableUpdates":false,"type":"image"},"type":"shape","id":"95d4ab3b-fd3a-446f-a724-ce0163c6bcb2"},{"elementConfiguration":{"binding":"{{DataSources.Classification[Form.Classification.Name].Display}}","disableUpdates":false,"type":"text"},"type":"shape","id":"22d257a7-1e3e-4350-8c86-910106a41b22"},{"elementConfiguration":{"image":"{{Form.SAPLogo.SubbrandBlack}}","visibility":"{{IfElse(Equals(Form.SAPLogo.HideSubBrandShape, \"Yes\"), VisibilityType.Hidden, VisibilityType.Visible)}}","disableUpdates":false,"type":"image"},"type":"shape","id":"29e231cb-4209-4395-865f-2954bd4f1e35"},{"elementConfiguration":{"binding":"{{DataSources.Classification[Form.Classification.Name].Display}}","disableUpdates":false,"type":"text"},"type":"shape","id":"a9ee2c98-769f-4a43-8b2c-c66196c54365"},{"elementConfiguration":{"binding":"{{FormatDateTime(Form.Date,\"MMMM dd, yyyy\",\"en-US\")}}","disableUpdates":false,"type":"text"},"type":"shape","id":"2312bc44-d17b-4ef5-9a12-d9ee972a808f"},{"elementConfiguration":{"binding":"{{StringJoin(\", \", Form.SpeakerName,\"SAP\")}}","disableUpdates":false,"type":"text"},"type":"shape","id":"2104b26e-b8d1-4049-967a-5cc9a656fbad"},{"elementConfiguration":{"image":"{{Form.SAPLogo.SubbrandBlack}}","visibility":"{{IfElse(Equals(Form.SAPLogo.HideSubBrandShape, \"Yes\"), VisibilityType.Hidden, VisibilityType.Visible)}}","disableUpdates":false,"type":"image"},"type":"shape","id":"90ee9947-41cf-4dee-bc6a-3c98c67d3964"},{"elementConfiguration":{"binding":"{{Form.SpeakerName}}","disableUpdates":false,"type":"text"},"type":"shape","id":"4b46b1c9-45de-4a7f-94ae-8e86b3d016c4"},{"elementConfiguration":{"binding":"{{Form.Email}}","disableUpdates":false,"type":"text"},"type":"shape","id":"d63464f0-aa5e-49c9-85b0-65f026632080"},{"elementConfiguration":{"image":"{{Form.SAPLogo.LogoBlack}}","disableUpdates":false,"type":"image"},"type":"shape","id":"c76b286b-4ca5-4446-bc44-5a7b0dfe85ef"},{"elementConfiguration":{"image":"{{Form.SAPLogo.LogoWhite}}","disableUpdates":false,"type":"image"},"type":"shape","id":"aec8985d-a171-4b7e-a35b-ad25038f2b72"},{"elementConfiguration":{"binding":"{{DataSources.Classification[Form.Classification.Name].Display}}","disableUpdates":false,"type":"text"},"type":"shape","id":"4f0e433d-c72b-48fe-9e93-5d5dc64eb5fe"},{"elementConfiguration":{"image":"{{Form.SAPLogo.SubbrandWhite}}","visibility":"{{IfElse(Equals(Form.SAPLogo.HideSubBrandShape, \"Yes\"), VisibilityType.Hidden, VisibilityType.Visible)}}","disableUpdates":false,"type":"image"},"type":"shape","id":"d99675b8-5ad2-4b2d-8b9f-04fbe06d7267"},{"elementConfiguration":{"image":"{{Form.SAPLogo.LogoWhite}}","disableUpdates":false,"type":"image"},"type":"shape","id":"1eb9b36d-d947-4481-904a-5e9cde18ad92"},{"elementConfiguration":{"image":"{{Form.SAPLogo.SubbrandWhite}}","visibility":"{{IfElse(Equals(Form.SAPLogo.HideSubBrandShape, \"Yes\"), VisibilityType.Hidden, VisibilityType.Visible)}}","disableUpdates":false,"type":"image"},"type":"shape","id":"120f03fd-572c-442a-9310-992c65776733"},{"elementConfiguration":{"binding":"{{DataSources.Classification[Form.Classification.Name].Display}}","disableUpdates":false,"type":"text"},"type":"shape","id":"c36fff3e-de56-4c72-9e53-59b39781bc16"},{"elementConfiguration":{"image":"{{Form.SAPLogo.SubbrandWhite}}","visibility":"{{IfElse(Equals(Form.SAPLogo.HideSubBrandShape, \"Yes\"), VisibilityType.Hidden, VisibilityType.Visible)}}","disableUpdates":false,"type":"image"},"type":"shape","id":"9a6a16cc-93ce-40af-b205-2222431a4776"},{"elementConfiguration":{"image":"{{Form.SAPLogo.LogoWhite}}","disableUpdates":false,"type":"image"},"type":"shape","id":"99b5d412-10e8-47c2-8762-02d0fd0e5746"},{"elementConfiguration":{"binding":"{{FormatDateTime(Form.Date,\"MMMM dd, yyyy\",\"en-US\")}}","disableUpdates":false,"type":"text"},"type":"shape","id":"91ec0cfe-42db-48e1-9fb1-d1ba41bae235"},{"elementConfiguration":{"binding":"{{StringJoin(\", \", Form.SpeakerName,\"SAP\")}}","disableUpdates":false,"type":"text"},"type":"shape","id":"e2a74e4d-db5a-474d-a8d1-d02e7ec1b5a6"},{"elementConfiguration":{"binding":"{{Form.Email}}","disableUpdates":false,"type":"text"},"type":"shape","id":"a03bdef6-1701-4d80-99d1-d4c3aac9f4d5"},{"elementConfiguration":{"binding":"{{Form.SpeakerName}}","disableUpdates":false,"type":"text"},"type":"shape","id":"f119953d-11c6-417b-ba55-71dbe389d668"},{"elementConfiguration":{"binding":"{{FormatDateTime(Form.Date,\"MMMM dd, yyyy\",\"en-US\")}}","disableUpdates":false,"type":"text"},"type":"shape","id":"2d896283-4846-4393-baa8-092c05d0a579"},{"elementConfiguration":{"binding":"{{StringJoin(\", \", Form.SpeakerName,\"SAP\")}}","disableUpdates":false,"type":"text"},"type":"shape","id":"5160d320-bed1-425d-84fc-845ae57436e9"}],"transformationConfigurations":[],"templateName":"White Template","templateDescription":"","enableDocumentContentUpdater":true,"version":"2.0"}]]></TemplafyTemplateConfigur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TemplafySlideFormConfiguration><![CDATA[{"formFields":[],"formDataEntries":[]}]]></TemplafySlideFormConfiguration>
</file>

<file path=customXml/item6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27437C27A57A4D83E77EE5F53B6A9F" ma:contentTypeVersion="12" ma:contentTypeDescription="Create a new document." ma:contentTypeScope="" ma:versionID="690f239e21b35566e08f6ab50175ba75">
  <xsd:schema xmlns:xsd="http://www.w3.org/2001/XMLSchema" xmlns:xs="http://www.w3.org/2001/XMLSchema" xmlns:p="http://schemas.microsoft.com/office/2006/metadata/properties" xmlns:ns2="91725cd7-0ae6-46b2-9edb-9df8d00c2168" xmlns:ns3="d3537433-caab-49bf-a339-6239f931b615" targetNamespace="http://schemas.microsoft.com/office/2006/metadata/properties" ma:root="true" ma:fieldsID="a53c762750e8fac878c839b5c3d413c4" ns2:_="" ns3:_="">
    <xsd:import namespace="91725cd7-0ae6-46b2-9edb-9df8d00c2168"/>
    <xsd:import namespace="d3537433-caab-49bf-a339-6239f931b6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25cd7-0ae6-46b2-9edb-9df8d00c21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537433-caab-49bf-a339-6239f931b61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6a60a19c-c07e-4e5b-a0dc-dce9896c617c}" ma:internalName="TaxCatchAll" ma:showField="CatchAllData" ma:web="d3537433-caab-49bf-a339-6239f931b61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7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725cd7-0ae6-46b2-9edb-9df8d00c2168">
      <Terms xmlns="http://schemas.microsoft.com/office/infopath/2007/PartnerControls"/>
    </lcf76f155ced4ddcb4097134ff3c332f>
    <TaxCatchAll xmlns="d3537433-caab-49bf-a339-6239f931b615" xsi:nil="true"/>
  </documentManagement>
</p:properties>
</file>

<file path=customXml/itemProps1.xml><?xml version="1.0" encoding="utf-8"?>
<ds:datastoreItem xmlns:ds="http://schemas.openxmlformats.org/officeDocument/2006/customXml" ds:itemID="{CC49FFC8-2FF3-4057-96F0-3BCD1A4F0351}">
  <ds:schemaRefs/>
</ds:datastoreItem>
</file>

<file path=customXml/itemProps2.xml><?xml version="1.0" encoding="utf-8"?>
<ds:datastoreItem xmlns:ds="http://schemas.openxmlformats.org/officeDocument/2006/customXml" ds:itemID="{1597B04E-3E08-47D8-A6B2-71A9254BD1C2}">
  <ds:schemaRefs/>
</ds:datastoreItem>
</file>

<file path=customXml/itemProps3.xml><?xml version="1.0" encoding="utf-8"?>
<ds:datastoreItem xmlns:ds="http://schemas.openxmlformats.org/officeDocument/2006/customXml" ds:itemID="{626BBCBB-1894-4E66-BA48-9E91CE3ACBA0}">
  <ds:schemaRefs/>
</ds:datastoreItem>
</file>

<file path=customXml/itemProps4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C9CAC746-6E39-4732-BBF9-FE0C70AA1832}">
  <ds:schemaRefs/>
</ds:datastoreItem>
</file>

<file path=customXml/itemProps6.xml><?xml version="1.0" encoding="utf-8"?>
<ds:datastoreItem xmlns:ds="http://schemas.openxmlformats.org/officeDocument/2006/customXml" ds:itemID="{4991DDB3-E0E6-4647-BAFD-6A7C834B70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725cd7-0ae6-46b2-9edb-9df8d00c2168"/>
    <ds:schemaRef ds:uri="d3537433-caab-49bf-a339-6239f931b61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7.xml><?xml version="1.0" encoding="utf-8"?>
<ds:datastoreItem xmlns:ds="http://schemas.openxmlformats.org/officeDocument/2006/customXml" ds:itemID="{C1422F45-04DB-421D-8796-270006657806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91725cd7-0ae6-46b2-9edb-9df8d00c2168"/>
    <ds:schemaRef ds:uri="http://schemas.openxmlformats.org/package/2006/metadata/core-properties"/>
    <ds:schemaRef ds:uri="d3537433-caab-49bf-a339-6239f931b615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17897</TotalTime>
  <Words>403</Words>
  <Application>Microsoft Macintosh PowerPoint</Application>
  <PresentationFormat>Custom</PresentationFormat>
  <Paragraphs>70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Arial Unicode MS</vt:lpstr>
      <vt:lpstr>Malgun Gothic</vt:lpstr>
      <vt:lpstr>Microsoft GothicNeo</vt:lpstr>
      <vt:lpstr>72</vt:lpstr>
      <vt:lpstr>72 Brand</vt:lpstr>
      <vt:lpstr>72 Brand Medium</vt:lpstr>
      <vt:lpstr>Arial</vt:lpstr>
      <vt:lpstr>Courier New</vt:lpstr>
      <vt:lpstr>Symbol</vt:lpstr>
      <vt:lpstr>wingdings</vt:lpstr>
      <vt:lpstr>wingdings</vt:lpstr>
      <vt:lpstr>SAP 2023 16x9 white</vt:lpstr>
      <vt:lpstr>Build Code Hands-on Material </vt:lpstr>
      <vt:lpstr>Customer cases</vt:lpstr>
      <vt:lpstr>Environment Setup</vt:lpstr>
      <vt:lpstr>Agent Setup – Cline on VSCode</vt:lpstr>
      <vt:lpstr>Cline Configuration with AI Core &amp; MCP Server configuration</vt:lpstr>
      <vt:lpstr>Configuration  Make a Simple CAP application</vt:lpstr>
      <vt:lpstr>Playing with Agent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>2023/16:9/white</cp:keywords>
  <dc:description/>
  <cp:lastModifiedBy>i307487</cp:lastModifiedBy>
  <cp:revision>149</cp:revision>
  <dcterms:created xsi:type="dcterms:W3CDTF">2023-03-09T18:14:45Z</dcterms:created>
  <dcterms:modified xsi:type="dcterms:W3CDTF">2026-03-04T23:39:07Z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0x0101000427437C27A57A4D83E77EE5F53B6A9F</vt:lpwstr>
  </property>
  <property fmtid="{D5CDD505-2E9C-101B-9397-08002B2CF9AE}" pid="4" name="TemplafyTimeStamp">
    <vt:lpwstr>2023-02-06T13:50:58</vt:lpwstr>
  </property>
  <property fmtid="{D5CDD505-2E9C-101B-9397-08002B2CF9AE}" pid="5" name="TemplafyTenantId">
    <vt:lpwstr>sap</vt:lpwstr>
  </property>
  <property fmtid="{D5CDD505-2E9C-101B-9397-08002B2CF9AE}" pid="6" name="TemplafyTemplateId">
    <vt:lpwstr>638061059767388529</vt:lpwstr>
  </property>
  <property fmtid="{D5CDD505-2E9C-101B-9397-08002B2CF9AE}" pid="7" name="TemplafyUserProfileId">
    <vt:lpwstr>637653955260011855</vt:lpwstr>
  </property>
  <property fmtid="{D5CDD505-2E9C-101B-9397-08002B2CF9AE}" pid="8" name="TemplafyLanguageCode">
    <vt:lpwstr>en-US</vt:lpwstr>
  </property>
  <property fmtid="{D5CDD505-2E9C-101B-9397-08002B2CF9AE}" pid="9" name="TemplafyFromBlank">
    <vt:bool>false</vt:bool>
  </property>
</Properties>
</file>